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EB Garamond"/>
      <p:regular r:id="rId24"/>
      <p:bold r:id="rId25"/>
      <p:italic r:id="rId26"/>
      <p:boldItalic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fwFgvHOxnUVUAlmiUmViPpInC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EBGaramond-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BGaramond-italic.fntdata"/><Relationship Id="rId25" Type="http://schemas.openxmlformats.org/officeDocument/2006/relationships/font" Target="fonts/EBGaramond-bold.fntdata"/><Relationship Id="rId28" Type="http://schemas.openxmlformats.org/officeDocument/2006/relationships/font" Target="fonts/GillSans-regular.fntdata"/><Relationship Id="rId27" Type="http://schemas.openxmlformats.org/officeDocument/2006/relationships/font" Target="fonts/EBGaramond-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GillSans-bold.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2d3d7a63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2d3d7a6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a2e40175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a2e4017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a2e40175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a2e40175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a2e40175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a2e40175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a5212e2d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a5212e2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a5212e2d3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a5212e2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a5212e2d3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a5212e2d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a5212e2d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a5212e2d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interchannel range each channel shows how wide the values are inside the channel, some channels have very large ranges and some channels have very tiny ranges.</a:t>
            </a:r>
            <a:endParaRPr/>
          </a:p>
          <a:p>
            <a:pPr indent="-298450" lvl="0" marL="457200" rtl="0" algn="l">
              <a:spcBef>
                <a:spcPts val="0"/>
              </a:spcBef>
              <a:spcAft>
                <a:spcPts val="0"/>
              </a:spcAft>
              <a:buSzPts val="1100"/>
              <a:buChar char="-"/>
            </a:pPr>
            <a:r>
              <a:rPr lang="en-US"/>
              <a:t>if you use per tensor PTQ the quantizer uses a single scale + zero point for entire tensor  (one scale must represent all 576 channels together) which many low range channels collapse into all zeros (per-tensor quantization failure), causing information loss</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a5212e2d3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a5212e2d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-even with per-channel scaling and even though accuracy improves, error still compounds as the model gets deeper, so PTQ is still not enough.</a:t>
            </a:r>
            <a:endParaRPr/>
          </a:p>
          <a:p>
            <a:pPr indent="0" lvl="0" marL="0" rtl="0" algn="l">
              <a:spcBef>
                <a:spcPts val="0"/>
              </a:spcBef>
              <a:spcAft>
                <a:spcPts val="0"/>
              </a:spcAft>
              <a:buNone/>
            </a:pPr>
            <a:r>
              <a:rPr lang="en-US"/>
              <a:t>- dirft = how much the int8 model changese the meaning of the features compared to FP32, high drift means basically destroying the representation, deeper layers are still very different from FP32, meaning activations are very different</a:t>
            </a:r>
            <a:endParaRPr/>
          </a:p>
          <a:p>
            <a:pPr indent="0" lvl="0" marL="0" rtl="0" algn="l">
              <a:spcBef>
                <a:spcPts val="0"/>
              </a:spcBef>
              <a:spcAft>
                <a:spcPts val="0"/>
              </a:spcAft>
              <a:buNone/>
            </a:pPr>
            <a:r>
              <a:rPr lang="en-US"/>
              <a:t>-PTQ helps but cannot correct it all because of activation clipping errors, zero-point bias, wrong quantization range</a:t>
            </a:r>
            <a:endParaRPr/>
          </a:p>
          <a:p>
            <a:pPr indent="0" lvl="0" marL="0" rtl="0" algn="l">
              <a:spcBef>
                <a:spcPts val="0"/>
              </a:spcBef>
              <a:spcAft>
                <a:spcPts val="0"/>
              </a:spcAft>
              <a:buNone/>
            </a:pPr>
            <a:r>
              <a:rPr lang="en-US"/>
              <a:t>-QAT learns the weights under quantization.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a5212e2d3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a5212e2d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a5212e2d3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a5212e2d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ced6cdd6b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ced6cdd6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US">
                <a:solidFill>
                  <a:schemeClr val="dk1"/>
                </a:solidFill>
              </a:rPr>
              <a:t>QAT is designed so that INT8 activations become as close as possible to FP32 activations after training</a:t>
            </a:r>
            <a:endParaRPr>
              <a:solidFill>
                <a:schemeClr val="dk1"/>
              </a:solidFill>
            </a:endParaRPr>
          </a:p>
          <a:p>
            <a:pPr indent="-298450" lvl="0" marL="457200" rtl="0" algn="l">
              <a:spcBef>
                <a:spcPts val="0"/>
              </a:spcBef>
              <a:spcAft>
                <a:spcPts val="0"/>
              </a:spcAft>
              <a:buClr>
                <a:schemeClr val="dk1"/>
              </a:buClr>
              <a:buSzPts val="1100"/>
              <a:buChar char="-"/>
            </a:pPr>
            <a:r>
              <a:rPr lang="en-US">
                <a:solidFill>
                  <a:schemeClr val="dk1"/>
                </a:solidFill>
              </a:rPr>
              <a:t>Drift direct indicator of where QAT is still failing, QAT did not successfully adapt to that location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a5212e2d3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a5212e2d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a5212e2d3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aa5212e2d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a5212e2d3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a5212e2d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-Highest accuracy with training time being negligible because you do not train that many epochs is 93.80%</a:t>
            </a:r>
            <a:endParaRPr/>
          </a:p>
          <a:p>
            <a:pPr indent="0" lvl="0" marL="0" rtl="0" algn="l">
              <a:spcBef>
                <a:spcPts val="0"/>
              </a:spcBef>
              <a:spcAft>
                <a:spcPts val="0"/>
              </a:spcAft>
              <a:buNone/>
            </a:pPr>
            <a:r>
              <a:rPr lang="en-US"/>
              <a:t>- However, if you want to train multiple epochs and it is costly, 40% params retrained is also a good option because u only sacrifice ~0.3% accuracy from full QAT baseline symmetric</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a5212e2d3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a5212e2d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a5212e2d3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aa5212e2d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a2e40175f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a2e40175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-MobileNetsV3 uses SE-Blocks which are sigmoid activation functions.</a:t>
            </a:r>
            <a:endParaRPr/>
          </a:p>
          <a:p>
            <a:pPr indent="0" lvl="0" marL="0" rtl="0" algn="l">
              <a:spcBef>
                <a:spcPts val="0"/>
              </a:spcBef>
              <a:spcAft>
                <a:spcPts val="0"/>
              </a:spcAft>
              <a:buNone/>
            </a:pPr>
            <a:r>
              <a:rPr lang="en-US"/>
              <a:t>- Sigmoid is a complex curve and very hard to quantize to INT8 without losing precision, mobilenetv3 is even more sensitive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spTree>
      <p:nvGrpSpPr>
        <p:cNvPr id="11" name="Shape 11"/>
        <p:cNvGrpSpPr/>
        <p:nvPr/>
      </p:nvGrpSpPr>
      <p:grpSpPr>
        <a:xfrm>
          <a:off x="0" y="0"/>
          <a:ext cx="0" cy="0"/>
          <a:chOff x="0" y="0"/>
          <a:chExt cx="0" cy="0"/>
        </a:xfrm>
      </p:grpSpPr>
      <p:sp>
        <p:nvSpPr>
          <p:cNvPr id="12" name="Google Shape;12;p12"/>
          <p:cNvSpPr/>
          <p:nvPr/>
        </p:nvSpPr>
        <p:spPr>
          <a:xfrm>
            <a:off x="-75260" y="7"/>
            <a:ext cx="12274933" cy="6868583"/>
          </a:xfrm>
          <a:prstGeom prst="rect">
            <a:avLst/>
          </a:prstGeom>
          <a:solidFill>
            <a:schemeClr val="accent5"/>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pic>
        <p:nvPicPr>
          <p:cNvPr descr="2-line-whitetext-colorshield.png" id="13" name="Google Shape;13;p12"/>
          <p:cNvPicPr preferRelativeResize="0"/>
          <p:nvPr/>
        </p:nvPicPr>
        <p:blipFill rotWithShape="1">
          <a:blip r:embed="rId2">
            <a:alphaModFix/>
          </a:blip>
          <a:srcRect b="0" l="0" r="0" t="0"/>
          <a:stretch/>
        </p:blipFill>
        <p:spPr>
          <a:xfrm>
            <a:off x="8780799" y="5729016"/>
            <a:ext cx="2359903" cy="866851"/>
          </a:xfrm>
          <a:prstGeom prst="rect">
            <a:avLst/>
          </a:prstGeom>
          <a:noFill/>
          <a:ln>
            <a:noFill/>
          </a:ln>
        </p:spPr>
      </p:pic>
      <p:pic>
        <p:nvPicPr>
          <p:cNvPr id="14" name="Google Shape;14;p12"/>
          <p:cNvPicPr preferRelativeResize="0"/>
          <p:nvPr/>
        </p:nvPicPr>
        <p:blipFill rotWithShape="1">
          <a:blip r:embed="rId3">
            <a:alphaModFix amt="9000"/>
          </a:blip>
          <a:srcRect b="0" l="0" r="0" t="0"/>
          <a:stretch/>
        </p:blipFill>
        <p:spPr>
          <a:xfrm>
            <a:off x="265851" y="202233"/>
            <a:ext cx="4107755" cy="4610299"/>
          </a:xfrm>
          <a:prstGeom prst="rect">
            <a:avLst/>
          </a:prstGeom>
          <a:noFill/>
          <a:ln>
            <a:noFill/>
          </a:ln>
        </p:spPr>
      </p:pic>
      <p:sp>
        <p:nvSpPr>
          <p:cNvPr id="15" name="Google Shape;15;p12"/>
          <p:cNvSpPr txBox="1"/>
          <p:nvPr>
            <p:ph type="ctrTitle"/>
          </p:nvPr>
        </p:nvSpPr>
        <p:spPr>
          <a:xfrm>
            <a:off x="1277535" y="1431369"/>
            <a:ext cx="9862719" cy="2329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800"/>
              <a:buFont typeface="Gill Sans"/>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2"/>
          <p:cNvSpPr txBox="1"/>
          <p:nvPr>
            <p:ph idx="1" type="subTitle"/>
          </p:nvPr>
        </p:nvSpPr>
        <p:spPr>
          <a:xfrm>
            <a:off x="1277535" y="4341056"/>
            <a:ext cx="9862719" cy="975360"/>
          </a:xfrm>
          <a:prstGeom prst="rect">
            <a:avLst/>
          </a:prstGeom>
          <a:noFill/>
          <a:ln>
            <a:noFill/>
          </a:ln>
        </p:spPr>
        <p:txBody>
          <a:bodyPr anchorCtr="0" anchor="t" bIns="45700" lIns="91425" spcFirstLastPara="1" rIns="91425" wrap="square" tIns="45700">
            <a:normAutofit/>
          </a:bodyPr>
          <a:lstStyle>
            <a:lvl1pPr lvl="0" algn="l">
              <a:spcBef>
                <a:spcPts val="640"/>
              </a:spcBef>
              <a:spcAft>
                <a:spcPts val="0"/>
              </a:spcAft>
              <a:buSzPts val="3200"/>
              <a:buNone/>
              <a:defRPr sz="3200">
                <a:solidFill>
                  <a:schemeClr val="lt2"/>
                </a:solidFill>
              </a:defRPr>
            </a:lvl1pPr>
            <a:lvl2pPr lvl="1" algn="ctr">
              <a:spcBef>
                <a:spcPts val="640"/>
              </a:spcBef>
              <a:spcAft>
                <a:spcPts val="0"/>
              </a:spcAft>
              <a:buSzPts val="3200"/>
              <a:buNone/>
              <a:defRPr>
                <a:solidFill>
                  <a:srgbClr val="888894"/>
                </a:solidFill>
              </a:defRPr>
            </a:lvl2pPr>
            <a:lvl3pPr lvl="2" algn="ctr">
              <a:spcBef>
                <a:spcPts val="533"/>
              </a:spcBef>
              <a:spcAft>
                <a:spcPts val="0"/>
              </a:spcAft>
              <a:buSzPts val="2667"/>
              <a:buNone/>
              <a:defRPr>
                <a:solidFill>
                  <a:srgbClr val="888894"/>
                </a:solidFill>
              </a:defRPr>
            </a:lvl3pPr>
            <a:lvl4pPr lvl="3" algn="ctr">
              <a:spcBef>
                <a:spcPts val="480"/>
              </a:spcBef>
              <a:spcAft>
                <a:spcPts val="0"/>
              </a:spcAft>
              <a:buSzPts val="2400"/>
              <a:buNone/>
              <a:defRPr>
                <a:solidFill>
                  <a:srgbClr val="888894"/>
                </a:solidFill>
              </a:defRPr>
            </a:lvl4pPr>
            <a:lvl5pPr lvl="4" algn="ctr">
              <a:spcBef>
                <a:spcPts val="480"/>
              </a:spcBef>
              <a:spcAft>
                <a:spcPts val="0"/>
              </a:spcAft>
              <a:buSzPts val="2400"/>
              <a:buNone/>
              <a:defRPr>
                <a:solidFill>
                  <a:srgbClr val="888894"/>
                </a:solidFill>
              </a:defRPr>
            </a:lvl5pPr>
            <a:lvl6pPr lvl="5" algn="ctr">
              <a:spcBef>
                <a:spcPts val="533"/>
              </a:spcBef>
              <a:spcAft>
                <a:spcPts val="0"/>
              </a:spcAft>
              <a:buClr>
                <a:srgbClr val="888894"/>
              </a:buClr>
              <a:buSzPts val="2667"/>
              <a:buNone/>
              <a:defRPr>
                <a:solidFill>
                  <a:srgbClr val="888894"/>
                </a:solidFill>
              </a:defRPr>
            </a:lvl6pPr>
            <a:lvl7pPr lvl="6" algn="ctr">
              <a:spcBef>
                <a:spcPts val="533"/>
              </a:spcBef>
              <a:spcAft>
                <a:spcPts val="0"/>
              </a:spcAft>
              <a:buClr>
                <a:srgbClr val="888894"/>
              </a:buClr>
              <a:buSzPts val="2667"/>
              <a:buNone/>
              <a:defRPr>
                <a:solidFill>
                  <a:srgbClr val="888894"/>
                </a:solidFill>
              </a:defRPr>
            </a:lvl7pPr>
            <a:lvl8pPr lvl="7" algn="ctr">
              <a:spcBef>
                <a:spcPts val="533"/>
              </a:spcBef>
              <a:spcAft>
                <a:spcPts val="0"/>
              </a:spcAft>
              <a:buClr>
                <a:srgbClr val="888894"/>
              </a:buClr>
              <a:buSzPts val="2667"/>
              <a:buNone/>
              <a:defRPr>
                <a:solidFill>
                  <a:srgbClr val="888894"/>
                </a:solidFill>
              </a:defRPr>
            </a:lvl8pPr>
            <a:lvl9pPr lvl="8" algn="ctr">
              <a:spcBef>
                <a:spcPts val="533"/>
              </a:spcBef>
              <a:spcAft>
                <a:spcPts val="0"/>
              </a:spcAft>
              <a:buClr>
                <a:srgbClr val="888894"/>
              </a:buClr>
              <a:buSzPts val="2667"/>
              <a:buNone/>
              <a:defRPr>
                <a:solidFill>
                  <a:srgbClr val="888894"/>
                </a:solidFill>
              </a:defRPr>
            </a:lvl9pPr>
          </a:lstStyle>
          <a:p/>
        </p:txBody>
      </p:sp>
      <p:grpSp>
        <p:nvGrpSpPr>
          <p:cNvPr id="17" name="Google Shape;17;p12"/>
          <p:cNvGrpSpPr/>
          <p:nvPr/>
        </p:nvGrpSpPr>
        <p:grpSpPr>
          <a:xfrm rot="10800000">
            <a:off x="0" y="4001457"/>
            <a:ext cx="11140701" cy="76649"/>
            <a:chOff x="685800" y="1794746"/>
            <a:chExt cx="7772400" cy="179475"/>
          </a:xfrm>
        </p:grpSpPr>
        <p:sp>
          <p:nvSpPr>
            <p:cNvPr id="18" name="Google Shape;18;p12"/>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9" name="Google Shape;19;p12"/>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20" name="Google Shape;20;p12"/>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1" name="Shape 21"/>
        <p:cNvGrpSpPr/>
        <p:nvPr/>
      </p:nvGrpSpPr>
      <p:grpSpPr>
        <a:xfrm>
          <a:off x="0" y="0"/>
          <a:ext cx="0" cy="0"/>
          <a:chOff x="0" y="0"/>
          <a:chExt cx="0" cy="0"/>
        </a:xfrm>
      </p:grpSpPr>
      <p:sp>
        <p:nvSpPr>
          <p:cNvPr id="22" name="Google Shape;22;p13"/>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13"/>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 type="body"/>
          </p:nvPr>
        </p:nvSpPr>
        <p:spPr>
          <a:xfrm>
            <a:off x="573952" y="1203159"/>
            <a:ext cx="10972800" cy="492106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25" name="Google Shape;25;p13"/>
          <p:cNvGrpSpPr/>
          <p:nvPr/>
        </p:nvGrpSpPr>
        <p:grpSpPr>
          <a:xfrm>
            <a:off x="-6771" y="945083"/>
            <a:ext cx="11589172" cy="63343"/>
            <a:chOff x="685800" y="1794746"/>
            <a:chExt cx="7772400" cy="179475"/>
          </a:xfrm>
        </p:grpSpPr>
        <p:sp>
          <p:nvSpPr>
            <p:cNvPr id="26" name="Google Shape;26;p13"/>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27" name="Google Shape;27;p13"/>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28" name="Google Shape;28;p13"/>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 name="Shape 29"/>
        <p:cNvGrpSpPr/>
        <p:nvPr/>
      </p:nvGrpSpPr>
      <p:grpSpPr>
        <a:xfrm>
          <a:off x="0" y="0"/>
          <a:ext cx="0" cy="0"/>
          <a:chOff x="0" y="0"/>
          <a:chExt cx="0" cy="0"/>
        </a:xfrm>
      </p:grpSpPr>
      <p:sp>
        <p:nvSpPr>
          <p:cNvPr id="30" name="Google Shape;30;p14"/>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4"/>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2" name="Google Shape;32;p14"/>
          <p:cNvGrpSpPr/>
          <p:nvPr/>
        </p:nvGrpSpPr>
        <p:grpSpPr>
          <a:xfrm>
            <a:off x="-6771" y="945083"/>
            <a:ext cx="11589172" cy="63343"/>
            <a:chOff x="685800" y="1794746"/>
            <a:chExt cx="7772400" cy="179475"/>
          </a:xfrm>
        </p:grpSpPr>
        <p:sp>
          <p:nvSpPr>
            <p:cNvPr id="33" name="Google Shape;33;p14"/>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34" name="Google Shape;34;p14"/>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35" name="Google Shape;35;p14"/>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
        <p:nvSpPr>
          <p:cNvPr id="36" name="Google Shape;36;p14"/>
          <p:cNvSpPr txBox="1"/>
          <p:nvPr>
            <p:ph idx="1" type="body"/>
          </p:nvPr>
        </p:nvSpPr>
        <p:spPr>
          <a:xfrm>
            <a:off x="609600" y="1473205"/>
            <a:ext cx="10776736" cy="4652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397954" lvl="1" marL="914400" algn="l">
              <a:spcBef>
                <a:spcPts val="533"/>
              </a:spcBef>
              <a:spcAft>
                <a:spcPts val="0"/>
              </a:spcAft>
              <a:buSzPts val="2667"/>
              <a:buChar char="–"/>
              <a:defRPr sz="2667"/>
            </a:lvl2pPr>
            <a:lvl3pPr indent="-381000" lvl="2" marL="1371600" algn="l">
              <a:spcBef>
                <a:spcPts val="480"/>
              </a:spcBef>
              <a:spcAft>
                <a:spcPts val="0"/>
              </a:spcAft>
              <a:buSzPts val="2400"/>
              <a:buChar char="•"/>
              <a:defRPr sz="2400"/>
            </a:lvl3pPr>
            <a:lvl4pPr indent="-364045" lvl="3" marL="1828800" algn="l">
              <a:spcBef>
                <a:spcPts val="427"/>
              </a:spcBef>
              <a:spcAft>
                <a:spcPts val="0"/>
              </a:spcAft>
              <a:buSzPts val="2133"/>
              <a:buChar char="–"/>
              <a:defRPr sz="2133"/>
            </a:lvl4pPr>
            <a:lvl5pPr indent="-364045" lvl="4" marL="2286000" algn="l">
              <a:spcBef>
                <a:spcPts val="427"/>
              </a:spcBef>
              <a:spcAft>
                <a:spcPts val="0"/>
              </a:spcAft>
              <a:buSzPts val="2133"/>
              <a:buChar char="»"/>
              <a:defRPr sz="2133"/>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37" name="Shape 37"/>
        <p:cNvGrpSpPr/>
        <p:nvPr/>
      </p:nvGrpSpPr>
      <p:grpSpPr>
        <a:xfrm>
          <a:off x="0" y="0"/>
          <a:ext cx="0" cy="0"/>
          <a:chOff x="0" y="0"/>
          <a:chExt cx="0" cy="0"/>
        </a:xfrm>
      </p:grpSpPr>
      <p:sp>
        <p:nvSpPr>
          <p:cNvPr id="38" name="Google Shape;38;p15"/>
          <p:cNvSpPr/>
          <p:nvPr/>
        </p:nvSpPr>
        <p:spPr>
          <a:xfrm>
            <a:off x="13" y="0"/>
            <a:ext cx="12191999" cy="6858000"/>
          </a:xfrm>
          <a:prstGeom prst="rect">
            <a:avLst/>
          </a:prstGeom>
          <a:solidFill>
            <a:srgbClr val="D7DAD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39" name="Google Shape;39;p15"/>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5"/>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5"/>
          <p:cNvSpPr txBox="1"/>
          <p:nvPr>
            <p:ph idx="1" type="body"/>
          </p:nvPr>
        </p:nvSpPr>
        <p:spPr>
          <a:xfrm>
            <a:off x="573952" y="1203159"/>
            <a:ext cx="10972800" cy="492106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42" name="Google Shape;42;p15"/>
          <p:cNvGrpSpPr/>
          <p:nvPr/>
        </p:nvGrpSpPr>
        <p:grpSpPr>
          <a:xfrm>
            <a:off x="-6771" y="945083"/>
            <a:ext cx="11589172" cy="63343"/>
            <a:chOff x="685800" y="1794746"/>
            <a:chExt cx="7772400" cy="179475"/>
          </a:xfrm>
        </p:grpSpPr>
        <p:sp>
          <p:nvSpPr>
            <p:cNvPr id="43" name="Google Shape;43;p15"/>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44" name="Google Shape;44;p15"/>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45" name="Google Shape;45;p15"/>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pic>
        <p:nvPicPr>
          <p:cNvPr descr="1-line-bluetext-colorshield.png" id="46" name="Google Shape;46;p15"/>
          <p:cNvPicPr preferRelativeResize="0"/>
          <p:nvPr/>
        </p:nvPicPr>
        <p:blipFill rotWithShape="1">
          <a:blip r:embed="rId2">
            <a:alphaModFix/>
          </a:blip>
          <a:srcRect b="0" l="0" r="0" t="0"/>
          <a:stretch/>
        </p:blipFill>
        <p:spPr>
          <a:xfrm>
            <a:off x="609600" y="6265337"/>
            <a:ext cx="2412123" cy="46329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type="title">
  <p:cSld name="TITLE">
    <p:spTree>
      <p:nvGrpSpPr>
        <p:cNvPr id="47" name="Shape 47"/>
        <p:cNvGrpSpPr/>
        <p:nvPr/>
      </p:nvGrpSpPr>
      <p:grpSpPr>
        <a:xfrm>
          <a:off x="0" y="0"/>
          <a:ext cx="0" cy="0"/>
          <a:chOff x="0" y="0"/>
          <a:chExt cx="0" cy="0"/>
        </a:xfrm>
      </p:grpSpPr>
      <p:pic>
        <p:nvPicPr>
          <p:cNvPr descr="2-line-bluetext-colorshield.png" id="48" name="Google Shape;48;p16"/>
          <p:cNvPicPr preferRelativeResize="0"/>
          <p:nvPr/>
        </p:nvPicPr>
        <p:blipFill rotWithShape="1">
          <a:blip r:embed="rId2">
            <a:alphaModFix/>
          </a:blip>
          <a:srcRect b="-1906" l="-1" r="-156" t="0"/>
          <a:stretch/>
        </p:blipFill>
        <p:spPr>
          <a:xfrm>
            <a:off x="8780799" y="5729015"/>
            <a:ext cx="2359903" cy="875951"/>
          </a:xfrm>
          <a:prstGeom prst="rect">
            <a:avLst/>
          </a:prstGeom>
          <a:noFill/>
          <a:ln>
            <a:noFill/>
          </a:ln>
        </p:spPr>
      </p:pic>
      <p:pic>
        <p:nvPicPr>
          <p:cNvPr descr="upennwatermark.pdf" id="49" name="Google Shape;49;p16"/>
          <p:cNvPicPr preferRelativeResize="0"/>
          <p:nvPr/>
        </p:nvPicPr>
        <p:blipFill rotWithShape="1">
          <a:blip r:embed="rId3">
            <a:alphaModFix amt="6000"/>
          </a:blip>
          <a:srcRect b="0" l="0" r="0" t="0"/>
          <a:stretch/>
        </p:blipFill>
        <p:spPr>
          <a:xfrm>
            <a:off x="265851" y="182013"/>
            <a:ext cx="4107755" cy="4630520"/>
          </a:xfrm>
          <a:prstGeom prst="rect">
            <a:avLst/>
          </a:prstGeom>
          <a:noFill/>
          <a:ln>
            <a:noFill/>
          </a:ln>
        </p:spPr>
      </p:pic>
      <p:sp>
        <p:nvSpPr>
          <p:cNvPr id="50" name="Google Shape;50;p16"/>
          <p:cNvSpPr txBox="1"/>
          <p:nvPr>
            <p:ph type="ctrTitle"/>
          </p:nvPr>
        </p:nvSpPr>
        <p:spPr>
          <a:xfrm>
            <a:off x="1277535" y="1431369"/>
            <a:ext cx="9862719" cy="2329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95001A"/>
              </a:buClr>
              <a:buSzPts val="4800"/>
              <a:buFont typeface="Gill Sans"/>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 type="subTitle"/>
          </p:nvPr>
        </p:nvSpPr>
        <p:spPr>
          <a:xfrm>
            <a:off x="1277535" y="4341056"/>
            <a:ext cx="9862719" cy="877485"/>
          </a:xfrm>
          <a:prstGeom prst="rect">
            <a:avLst/>
          </a:prstGeom>
          <a:noFill/>
          <a:ln>
            <a:noFill/>
          </a:ln>
        </p:spPr>
        <p:txBody>
          <a:bodyPr anchorCtr="0" anchor="t" bIns="45700" lIns="91425" spcFirstLastPara="1" rIns="91425" wrap="square" tIns="45700">
            <a:normAutofit/>
          </a:bodyPr>
          <a:lstStyle>
            <a:lvl1pPr lvl="0" algn="l">
              <a:spcBef>
                <a:spcPts val="640"/>
              </a:spcBef>
              <a:spcAft>
                <a:spcPts val="0"/>
              </a:spcAft>
              <a:buSzPts val="3200"/>
              <a:buNone/>
              <a:defRPr sz="3200">
                <a:solidFill>
                  <a:schemeClr val="accent3"/>
                </a:solidFill>
              </a:defRPr>
            </a:lvl1pPr>
            <a:lvl2pPr lvl="1" algn="ctr">
              <a:spcBef>
                <a:spcPts val="640"/>
              </a:spcBef>
              <a:spcAft>
                <a:spcPts val="0"/>
              </a:spcAft>
              <a:buSzPts val="3200"/>
              <a:buNone/>
              <a:defRPr>
                <a:solidFill>
                  <a:srgbClr val="888894"/>
                </a:solidFill>
              </a:defRPr>
            </a:lvl2pPr>
            <a:lvl3pPr lvl="2" algn="ctr">
              <a:spcBef>
                <a:spcPts val="533"/>
              </a:spcBef>
              <a:spcAft>
                <a:spcPts val="0"/>
              </a:spcAft>
              <a:buSzPts val="2667"/>
              <a:buNone/>
              <a:defRPr>
                <a:solidFill>
                  <a:srgbClr val="888894"/>
                </a:solidFill>
              </a:defRPr>
            </a:lvl3pPr>
            <a:lvl4pPr lvl="3" algn="ctr">
              <a:spcBef>
                <a:spcPts val="480"/>
              </a:spcBef>
              <a:spcAft>
                <a:spcPts val="0"/>
              </a:spcAft>
              <a:buSzPts val="2400"/>
              <a:buNone/>
              <a:defRPr>
                <a:solidFill>
                  <a:srgbClr val="888894"/>
                </a:solidFill>
              </a:defRPr>
            </a:lvl4pPr>
            <a:lvl5pPr lvl="4" algn="ctr">
              <a:spcBef>
                <a:spcPts val="480"/>
              </a:spcBef>
              <a:spcAft>
                <a:spcPts val="0"/>
              </a:spcAft>
              <a:buSzPts val="2400"/>
              <a:buNone/>
              <a:defRPr>
                <a:solidFill>
                  <a:srgbClr val="888894"/>
                </a:solidFill>
              </a:defRPr>
            </a:lvl5pPr>
            <a:lvl6pPr lvl="5" algn="ctr">
              <a:spcBef>
                <a:spcPts val="533"/>
              </a:spcBef>
              <a:spcAft>
                <a:spcPts val="0"/>
              </a:spcAft>
              <a:buClr>
                <a:srgbClr val="888894"/>
              </a:buClr>
              <a:buSzPts val="2667"/>
              <a:buNone/>
              <a:defRPr>
                <a:solidFill>
                  <a:srgbClr val="888894"/>
                </a:solidFill>
              </a:defRPr>
            </a:lvl6pPr>
            <a:lvl7pPr lvl="6" algn="ctr">
              <a:spcBef>
                <a:spcPts val="533"/>
              </a:spcBef>
              <a:spcAft>
                <a:spcPts val="0"/>
              </a:spcAft>
              <a:buClr>
                <a:srgbClr val="888894"/>
              </a:buClr>
              <a:buSzPts val="2667"/>
              <a:buNone/>
              <a:defRPr>
                <a:solidFill>
                  <a:srgbClr val="888894"/>
                </a:solidFill>
              </a:defRPr>
            </a:lvl7pPr>
            <a:lvl8pPr lvl="7" algn="ctr">
              <a:spcBef>
                <a:spcPts val="533"/>
              </a:spcBef>
              <a:spcAft>
                <a:spcPts val="0"/>
              </a:spcAft>
              <a:buClr>
                <a:srgbClr val="888894"/>
              </a:buClr>
              <a:buSzPts val="2667"/>
              <a:buNone/>
              <a:defRPr>
                <a:solidFill>
                  <a:srgbClr val="888894"/>
                </a:solidFill>
              </a:defRPr>
            </a:lvl8pPr>
            <a:lvl9pPr lvl="8" algn="ctr">
              <a:spcBef>
                <a:spcPts val="533"/>
              </a:spcBef>
              <a:spcAft>
                <a:spcPts val="0"/>
              </a:spcAft>
              <a:buClr>
                <a:srgbClr val="888894"/>
              </a:buClr>
              <a:buSzPts val="2667"/>
              <a:buNone/>
              <a:defRPr>
                <a:solidFill>
                  <a:srgbClr val="888894"/>
                </a:solidFill>
              </a:defRPr>
            </a:lvl9pPr>
          </a:lstStyle>
          <a:p/>
        </p:txBody>
      </p:sp>
      <p:grpSp>
        <p:nvGrpSpPr>
          <p:cNvPr id="52" name="Google Shape;52;p16"/>
          <p:cNvGrpSpPr/>
          <p:nvPr/>
        </p:nvGrpSpPr>
        <p:grpSpPr>
          <a:xfrm rot="10800000">
            <a:off x="0" y="4001457"/>
            <a:ext cx="11140701" cy="76649"/>
            <a:chOff x="685800" y="1794746"/>
            <a:chExt cx="7772400" cy="179475"/>
          </a:xfrm>
        </p:grpSpPr>
        <p:sp>
          <p:nvSpPr>
            <p:cNvPr id="53" name="Google Shape;53;p16"/>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54" name="Google Shape;54;p16"/>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55" name="Google Shape;55;p16"/>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
        <p:nvSpPr>
          <p:cNvPr id="56" name="Google Shape;56;p16"/>
          <p:cNvSpPr/>
          <p:nvPr/>
        </p:nvSpPr>
        <p:spPr>
          <a:xfrm>
            <a:off x="338681" y="6096000"/>
            <a:ext cx="2991556" cy="762000"/>
          </a:xfrm>
          <a:prstGeom prst="rect">
            <a:avLst/>
          </a:prstGeom>
          <a:solidFill>
            <a:srgbClr val="FFFFFF"/>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spTree>
      <p:nvGrpSpPr>
        <p:cNvPr id="57" name="Shape 57"/>
        <p:cNvGrpSpPr/>
        <p:nvPr/>
      </p:nvGrpSpPr>
      <p:grpSpPr>
        <a:xfrm>
          <a:off x="0" y="0"/>
          <a:ext cx="0" cy="0"/>
          <a:chOff x="0" y="0"/>
          <a:chExt cx="0" cy="0"/>
        </a:xfrm>
      </p:grpSpPr>
      <p:pic>
        <p:nvPicPr>
          <p:cNvPr descr="upennwatermark.pdf" id="58" name="Google Shape;58;p17"/>
          <p:cNvPicPr preferRelativeResize="0"/>
          <p:nvPr/>
        </p:nvPicPr>
        <p:blipFill rotWithShape="1">
          <a:blip r:embed="rId2">
            <a:alphaModFix amt="6000"/>
          </a:blip>
          <a:srcRect b="0" l="0" r="0" t="0"/>
          <a:stretch/>
        </p:blipFill>
        <p:spPr>
          <a:xfrm>
            <a:off x="265851" y="140709"/>
            <a:ext cx="4448208" cy="4994617"/>
          </a:xfrm>
          <a:prstGeom prst="rect">
            <a:avLst/>
          </a:prstGeom>
          <a:noFill/>
          <a:ln>
            <a:noFill/>
          </a:ln>
        </p:spPr>
      </p:pic>
      <p:sp>
        <p:nvSpPr>
          <p:cNvPr id="59" name="Google Shape;59;p17"/>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7"/>
          <p:cNvSpPr txBox="1"/>
          <p:nvPr>
            <p:ph idx="1" type="body"/>
          </p:nvPr>
        </p:nvSpPr>
        <p:spPr>
          <a:xfrm>
            <a:off x="573952" y="1203159"/>
            <a:ext cx="10972800" cy="492106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 name="Google Shape;61;p17"/>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62" name="Google Shape;62;p17"/>
          <p:cNvGrpSpPr/>
          <p:nvPr/>
        </p:nvGrpSpPr>
        <p:grpSpPr>
          <a:xfrm>
            <a:off x="-6771" y="945083"/>
            <a:ext cx="11589172" cy="63343"/>
            <a:chOff x="685800" y="1794746"/>
            <a:chExt cx="7772400" cy="179475"/>
          </a:xfrm>
        </p:grpSpPr>
        <p:sp>
          <p:nvSpPr>
            <p:cNvPr id="63" name="Google Shape;63;p17"/>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64" name="Google Shape;64;p17"/>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65" name="Google Shape;65;p17"/>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66" name="Shape 66"/>
        <p:cNvGrpSpPr/>
        <p:nvPr/>
      </p:nvGrpSpPr>
      <p:grpSpPr>
        <a:xfrm>
          <a:off x="0" y="0"/>
          <a:ext cx="0" cy="0"/>
          <a:chOff x="0" y="0"/>
          <a:chExt cx="0" cy="0"/>
        </a:xfrm>
      </p:grpSpPr>
      <p:sp>
        <p:nvSpPr>
          <p:cNvPr id="67" name="Google Shape;67;p18"/>
          <p:cNvSpPr/>
          <p:nvPr>
            <p:ph idx="2" type="pic"/>
          </p:nvPr>
        </p:nvSpPr>
        <p:spPr>
          <a:xfrm>
            <a:off x="6415852" y="1422228"/>
            <a:ext cx="5166549" cy="4703937"/>
          </a:xfrm>
          <a:prstGeom prst="rect">
            <a:avLst/>
          </a:prstGeom>
          <a:noFill/>
          <a:ln>
            <a:noFill/>
          </a:ln>
        </p:spPr>
      </p:sp>
      <p:sp>
        <p:nvSpPr>
          <p:cNvPr id="68" name="Google Shape;68;p18"/>
          <p:cNvSpPr txBox="1"/>
          <p:nvPr>
            <p:ph idx="1" type="body"/>
          </p:nvPr>
        </p:nvSpPr>
        <p:spPr>
          <a:xfrm>
            <a:off x="609600" y="1422225"/>
            <a:ext cx="5386917"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SzPts val="3200"/>
              <a:buNone/>
              <a:defRPr b="0" sz="3200">
                <a:solidFill>
                  <a:schemeClr val="accent3"/>
                </a:solidFill>
              </a:defRPr>
            </a:lvl1pPr>
            <a:lvl2pPr indent="-228600" lvl="1" marL="914400" algn="l">
              <a:spcBef>
                <a:spcPts val="533"/>
              </a:spcBef>
              <a:spcAft>
                <a:spcPts val="0"/>
              </a:spcAft>
              <a:buSzPts val="2667"/>
              <a:buNone/>
              <a:defRPr b="1" sz="2667"/>
            </a:lvl2pPr>
            <a:lvl3pPr indent="-228600" lvl="2" marL="1371600" algn="l">
              <a:spcBef>
                <a:spcPts val="480"/>
              </a:spcBef>
              <a:spcAft>
                <a:spcPts val="0"/>
              </a:spcAft>
              <a:buSzPts val="2400"/>
              <a:buNone/>
              <a:defRPr b="1" sz="2400"/>
            </a:lvl3pPr>
            <a:lvl4pPr indent="-228600" lvl="3" marL="1828800" algn="l">
              <a:spcBef>
                <a:spcPts val="427"/>
              </a:spcBef>
              <a:spcAft>
                <a:spcPts val="0"/>
              </a:spcAft>
              <a:buSzPts val="2133"/>
              <a:buNone/>
              <a:defRPr b="1" sz="2133"/>
            </a:lvl4pPr>
            <a:lvl5pPr indent="-228600" lvl="4" marL="2286000" algn="l">
              <a:spcBef>
                <a:spcPts val="427"/>
              </a:spcBef>
              <a:spcAft>
                <a:spcPts val="0"/>
              </a:spcAft>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69" name="Google Shape;69;p18"/>
          <p:cNvSpPr txBox="1"/>
          <p:nvPr>
            <p:ph idx="3"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SzPts val="2667"/>
              <a:buChar char="•"/>
              <a:defRPr sz="2667"/>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70" name="Google Shape;70;p18"/>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18"/>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2" name="Google Shape;72;p18"/>
          <p:cNvGrpSpPr/>
          <p:nvPr/>
        </p:nvGrpSpPr>
        <p:grpSpPr>
          <a:xfrm>
            <a:off x="-6771" y="945083"/>
            <a:ext cx="11589172" cy="63343"/>
            <a:chOff x="685800" y="1794746"/>
            <a:chExt cx="7772400" cy="179475"/>
          </a:xfrm>
        </p:grpSpPr>
        <p:sp>
          <p:nvSpPr>
            <p:cNvPr id="73" name="Google Shape;73;p18"/>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74" name="Google Shape;74;p18"/>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75" name="Google Shape;75;p18"/>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mparison">
  <p:cSld name="4_Comparison">
    <p:spTree>
      <p:nvGrpSpPr>
        <p:cNvPr id="76" name="Shape 76"/>
        <p:cNvGrpSpPr/>
        <p:nvPr/>
      </p:nvGrpSpPr>
      <p:grpSpPr>
        <a:xfrm>
          <a:off x="0" y="0"/>
          <a:ext cx="0" cy="0"/>
          <a:chOff x="0" y="0"/>
          <a:chExt cx="0" cy="0"/>
        </a:xfrm>
      </p:grpSpPr>
      <p:pic>
        <p:nvPicPr>
          <p:cNvPr descr="upennwatermark.pdf" id="77" name="Google Shape;77;p19"/>
          <p:cNvPicPr preferRelativeResize="0"/>
          <p:nvPr/>
        </p:nvPicPr>
        <p:blipFill rotWithShape="1">
          <a:blip r:embed="rId2">
            <a:alphaModFix amt="6000"/>
          </a:blip>
          <a:srcRect b="0" l="0" r="0" t="0"/>
          <a:stretch/>
        </p:blipFill>
        <p:spPr>
          <a:xfrm>
            <a:off x="265851" y="140708"/>
            <a:ext cx="4451861" cy="4998720"/>
          </a:xfrm>
          <a:prstGeom prst="rect">
            <a:avLst/>
          </a:prstGeom>
          <a:noFill/>
          <a:ln>
            <a:noFill/>
          </a:ln>
        </p:spPr>
      </p:pic>
      <p:sp>
        <p:nvSpPr>
          <p:cNvPr id="78" name="Google Shape;78;p19"/>
          <p:cNvSpPr/>
          <p:nvPr>
            <p:ph idx="2" type="pic"/>
          </p:nvPr>
        </p:nvSpPr>
        <p:spPr>
          <a:xfrm>
            <a:off x="6415852" y="1422228"/>
            <a:ext cx="5166549" cy="4703937"/>
          </a:xfrm>
          <a:prstGeom prst="rect">
            <a:avLst/>
          </a:prstGeom>
          <a:noFill/>
          <a:ln>
            <a:noFill/>
          </a:ln>
        </p:spPr>
      </p:sp>
      <p:sp>
        <p:nvSpPr>
          <p:cNvPr id="79" name="Google Shape;79;p19"/>
          <p:cNvSpPr txBox="1"/>
          <p:nvPr>
            <p:ph idx="1" type="body"/>
          </p:nvPr>
        </p:nvSpPr>
        <p:spPr>
          <a:xfrm>
            <a:off x="609600" y="1422225"/>
            <a:ext cx="5386917"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SzPts val="3200"/>
              <a:buNone/>
              <a:defRPr b="0" sz="3200">
                <a:solidFill>
                  <a:schemeClr val="accent3"/>
                </a:solidFill>
              </a:defRPr>
            </a:lvl1pPr>
            <a:lvl2pPr indent="-228600" lvl="1" marL="914400" algn="l">
              <a:spcBef>
                <a:spcPts val="533"/>
              </a:spcBef>
              <a:spcAft>
                <a:spcPts val="0"/>
              </a:spcAft>
              <a:buSzPts val="2667"/>
              <a:buNone/>
              <a:defRPr b="1" sz="2667"/>
            </a:lvl2pPr>
            <a:lvl3pPr indent="-228600" lvl="2" marL="1371600" algn="l">
              <a:spcBef>
                <a:spcPts val="480"/>
              </a:spcBef>
              <a:spcAft>
                <a:spcPts val="0"/>
              </a:spcAft>
              <a:buSzPts val="2400"/>
              <a:buNone/>
              <a:defRPr b="1" sz="2400"/>
            </a:lvl3pPr>
            <a:lvl4pPr indent="-228600" lvl="3" marL="1828800" algn="l">
              <a:spcBef>
                <a:spcPts val="427"/>
              </a:spcBef>
              <a:spcAft>
                <a:spcPts val="0"/>
              </a:spcAft>
              <a:buSzPts val="2133"/>
              <a:buNone/>
              <a:defRPr b="1" sz="2133"/>
            </a:lvl4pPr>
            <a:lvl5pPr indent="-228600" lvl="4" marL="2286000" algn="l">
              <a:spcBef>
                <a:spcPts val="427"/>
              </a:spcBef>
              <a:spcAft>
                <a:spcPts val="0"/>
              </a:spcAft>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80" name="Google Shape;80;p19"/>
          <p:cNvSpPr txBox="1"/>
          <p:nvPr>
            <p:ph idx="3"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SzPts val="2667"/>
              <a:buChar char="•"/>
              <a:defRPr sz="2667"/>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81" name="Google Shape;81;p19"/>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19"/>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83" name="Google Shape;83;p19"/>
          <p:cNvGrpSpPr/>
          <p:nvPr/>
        </p:nvGrpSpPr>
        <p:grpSpPr>
          <a:xfrm>
            <a:off x="-6771" y="945083"/>
            <a:ext cx="11589172" cy="63343"/>
            <a:chOff x="685800" y="1794746"/>
            <a:chExt cx="7772400" cy="179475"/>
          </a:xfrm>
        </p:grpSpPr>
        <p:sp>
          <p:nvSpPr>
            <p:cNvPr id="84" name="Google Shape;84;p19"/>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85" name="Google Shape;85;p19"/>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86" name="Google Shape;86;p19"/>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7" name="Shape 87"/>
        <p:cNvGrpSpPr/>
        <p:nvPr/>
      </p:nvGrpSpPr>
      <p:grpSpPr>
        <a:xfrm>
          <a:off x="0" y="0"/>
          <a:ext cx="0" cy="0"/>
          <a:chOff x="0" y="0"/>
          <a:chExt cx="0" cy="0"/>
        </a:xfrm>
      </p:grpSpPr>
      <p:sp>
        <p:nvSpPr>
          <p:cNvPr id="88" name="Google Shape;88;p20"/>
          <p:cNvSpPr txBox="1"/>
          <p:nvPr>
            <p:ph idx="1" type="body"/>
          </p:nvPr>
        </p:nvSpPr>
        <p:spPr>
          <a:xfrm>
            <a:off x="609600" y="1473205"/>
            <a:ext cx="5384800" cy="4652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397954" lvl="1" marL="914400" algn="l">
              <a:spcBef>
                <a:spcPts val="533"/>
              </a:spcBef>
              <a:spcAft>
                <a:spcPts val="0"/>
              </a:spcAft>
              <a:buSzPts val="2667"/>
              <a:buChar char="–"/>
              <a:defRPr sz="2667"/>
            </a:lvl2pPr>
            <a:lvl3pPr indent="-381000" lvl="2" marL="1371600" algn="l">
              <a:spcBef>
                <a:spcPts val="480"/>
              </a:spcBef>
              <a:spcAft>
                <a:spcPts val="0"/>
              </a:spcAft>
              <a:buSzPts val="2400"/>
              <a:buChar char="•"/>
              <a:defRPr sz="2400"/>
            </a:lvl3pPr>
            <a:lvl4pPr indent="-364045" lvl="3" marL="1828800" algn="l">
              <a:spcBef>
                <a:spcPts val="427"/>
              </a:spcBef>
              <a:spcAft>
                <a:spcPts val="0"/>
              </a:spcAft>
              <a:buSzPts val="2133"/>
              <a:buChar char="–"/>
              <a:defRPr sz="2133"/>
            </a:lvl4pPr>
            <a:lvl5pPr indent="-364045" lvl="4" marL="2286000" algn="l">
              <a:spcBef>
                <a:spcPts val="427"/>
              </a:spcBef>
              <a:spcAft>
                <a:spcPts val="0"/>
              </a:spcAft>
              <a:buSzPts val="2133"/>
              <a:buChar char="»"/>
              <a:defRPr sz="2133"/>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89" name="Google Shape;89;p20"/>
          <p:cNvSpPr txBox="1"/>
          <p:nvPr>
            <p:ph idx="2" type="body"/>
          </p:nvPr>
        </p:nvSpPr>
        <p:spPr>
          <a:xfrm>
            <a:off x="6197600" y="1473203"/>
            <a:ext cx="5384800" cy="4652961"/>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397954" lvl="1" marL="914400" algn="l">
              <a:spcBef>
                <a:spcPts val="533"/>
              </a:spcBef>
              <a:spcAft>
                <a:spcPts val="0"/>
              </a:spcAft>
              <a:buSzPts val="2667"/>
              <a:buChar char="–"/>
              <a:defRPr sz="2667"/>
            </a:lvl2pPr>
            <a:lvl3pPr indent="-381000" lvl="2" marL="1371600" algn="l">
              <a:spcBef>
                <a:spcPts val="480"/>
              </a:spcBef>
              <a:spcAft>
                <a:spcPts val="0"/>
              </a:spcAft>
              <a:buSzPts val="2400"/>
              <a:buChar char="•"/>
              <a:defRPr sz="2400"/>
            </a:lvl3pPr>
            <a:lvl4pPr indent="-364045" lvl="3" marL="1828800" algn="l">
              <a:spcBef>
                <a:spcPts val="427"/>
              </a:spcBef>
              <a:spcAft>
                <a:spcPts val="0"/>
              </a:spcAft>
              <a:buSzPts val="2133"/>
              <a:buChar char="–"/>
              <a:defRPr sz="2133"/>
            </a:lvl4pPr>
            <a:lvl5pPr indent="-364045" lvl="4" marL="2286000" algn="l">
              <a:spcBef>
                <a:spcPts val="427"/>
              </a:spcBef>
              <a:spcAft>
                <a:spcPts val="0"/>
              </a:spcAft>
              <a:buSzPts val="2133"/>
              <a:buChar char="»"/>
              <a:defRPr sz="2133"/>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90" name="Google Shape;90;p20"/>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20"/>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92" name="Google Shape;92;p20"/>
          <p:cNvGrpSpPr/>
          <p:nvPr/>
        </p:nvGrpSpPr>
        <p:grpSpPr>
          <a:xfrm>
            <a:off x="-6771" y="945083"/>
            <a:ext cx="11589172" cy="63343"/>
            <a:chOff x="685800" y="1794746"/>
            <a:chExt cx="7772400" cy="179475"/>
          </a:xfrm>
        </p:grpSpPr>
        <p:sp>
          <p:nvSpPr>
            <p:cNvPr id="93" name="Google Shape;93;p20"/>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94" name="Google Shape;94;p20"/>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95" name="Google Shape;95;p20"/>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6" name="Shape 96"/>
        <p:cNvGrpSpPr/>
        <p:nvPr/>
      </p:nvGrpSpPr>
      <p:grpSpPr>
        <a:xfrm>
          <a:off x="0" y="0"/>
          <a:ext cx="0" cy="0"/>
          <a:chOff x="0" y="0"/>
          <a:chExt cx="0" cy="0"/>
        </a:xfrm>
      </p:grpSpPr>
      <p:sp>
        <p:nvSpPr>
          <p:cNvPr id="97" name="Google Shape;97;p21"/>
          <p:cNvSpPr txBox="1"/>
          <p:nvPr>
            <p:ph idx="1" type="body"/>
          </p:nvPr>
        </p:nvSpPr>
        <p:spPr>
          <a:xfrm>
            <a:off x="609600" y="1423989"/>
            <a:ext cx="5386917"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SzPts val="3200"/>
              <a:buNone/>
              <a:defRPr b="0" sz="3200">
                <a:solidFill>
                  <a:schemeClr val="accent3"/>
                </a:solidFill>
              </a:defRPr>
            </a:lvl1pPr>
            <a:lvl2pPr indent="-228600" lvl="1" marL="914400" algn="l">
              <a:spcBef>
                <a:spcPts val="533"/>
              </a:spcBef>
              <a:spcAft>
                <a:spcPts val="0"/>
              </a:spcAft>
              <a:buSzPts val="2667"/>
              <a:buNone/>
              <a:defRPr b="1" sz="2667"/>
            </a:lvl2pPr>
            <a:lvl3pPr indent="-228600" lvl="2" marL="1371600" algn="l">
              <a:spcBef>
                <a:spcPts val="480"/>
              </a:spcBef>
              <a:spcAft>
                <a:spcPts val="0"/>
              </a:spcAft>
              <a:buSzPts val="2400"/>
              <a:buNone/>
              <a:defRPr b="1" sz="2400"/>
            </a:lvl3pPr>
            <a:lvl4pPr indent="-228600" lvl="3" marL="1828800" algn="l">
              <a:spcBef>
                <a:spcPts val="427"/>
              </a:spcBef>
              <a:spcAft>
                <a:spcPts val="0"/>
              </a:spcAft>
              <a:buSzPts val="2133"/>
              <a:buNone/>
              <a:defRPr b="1" sz="2133"/>
            </a:lvl4pPr>
            <a:lvl5pPr indent="-228600" lvl="4" marL="2286000" algn="l">
              <a:spcBef>
                <a:spcPts val="427"/>
              </a:spcBef>
              <a:spcAft>
                <a:spcPts val="0"/>
              </a:spcAft>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98" name="Google Shape;98;p21"/>
          <p:cNvSpPr txBox="1"/>
          <p:nvPr>
            <p:ph idx="2" type="body"/>
          </p:nvPr>
        </p:nvSpPr>
        <p:spPr>
          <a:xfrm>
            <a:off x="609600" y="2061993"/>
            <a:ext cx="5386917" cy="4064176"/>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SzPts val="2667"/>
              <a:buChar char="•"/>
              <a:defRPr sz="2667"/>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99" name="Google Shape;99;p21"/>
          <p:cNvSpPr txBox="1"/>
          <p:nvPr>
            <p:ph idx="3" type="body"/>
          </p:nvPr>
        </p:nvSpPr>
        <p:spPr>
          <a:xfrm>
            <a:off x="6193378" y="1422225"/>
            <a:ext cx="5389033"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SzPts val="3200"/>
              <a:buNone/>
              <a:defRPr b="0" sz="3200">
                <a:solidFill>
                  <a:schemeClr val="accent3"/>
                </a:solidFill>
              </a:defRPr>
            </a:lvl1pPr>
            <a:lvl2pPr indent="-228600" lvl="1" marL="914400" algn="l">
              <a:spcBef>
                <a:spcPts val="533"/>
              </a:spcBef>
              <a:spcAft>
                <a:spcPts val="0"/>
              </a:spcAft>
              <a:buSzPts val="2667"/>
              <a:buNone/>
              <a:defRPr b="1" sz="2667"/>
            </a:lvl2pPr>
            <a:lvl3pPr indent="-228600" lvl="2" marL="1371600" algn="l">
              <a:spcBef>
                <a:spcPts val="480"/>
              </a:spcBef>
              <a:spcAft>
                <a:spcPts val="0"/>
              </a:spcAft>
              <a:buSzPts val="2400"/>
              <a:buNone/>
              <a:defRPr b="1" sz="2400"/>
            </a:lvl3pPr>
            <a:lvl4pPr indent="-228600" lvl="3" marL="1828800" algn="l">
              <a:spcBef>
                <a:spcPts val="427"/>
              </a:spcBef>
              <a:spcAft>
                <a:spcPts val="0"/>
              </a:spcAft>
              <a:buSzPts val="2133"/>
              <a:buNone/>
              <a:defRPr b="1" sz="2133"/>
            </a:lvl4pPr>
            <a:lvl5pPr indent="-228600" lvl="4" marL="2286000" algn="l">
              <a:spcBef>
                <a:spcPts val="427"/>
              </a:spcBef>
              <a:spcAft>
                <a:spcPts val="0"/>
              </a:spcAft>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100" name="Google Shape;100;p21"/>
          <p:cNvSpPr txBox="1"/>
          <p:nvPr>
            <p:ph idx="4" type="body"/>
          </p:nvPr>
        </p:nvSpPr>
        <p:spPr>
          <a:xfrm>
            <a:off x="6193378" y="2061993"/>
            <a:ext cx="5389033" cy="4064176"/>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SzPts val="2667"/>
              <a:buChar char="•"/>
              <a:defRPr sz="2667"/>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01" name="Google Shape;101;p21"/>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21"/>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03" name="Google Shape;103;p21"/>
          <p:cNvGrpSpPr/>
          <p:nvPr/>
        </p:nvGrpSpPr>
        <p:grpSpPr>
          <a:xfrm>
            <a:off x="-6771" y="945083"/>
            <a:ext cx="11589172" cy="63343"/>
            <a:chOff x="685800" y="1794746"/>
            <a:chExt cx="7772400" cy="179475"/>
          </a:xfrm>
        </p:grpSpPr>
        <p:sp>
          <p:nvSpPr>
            <p:cNvPr id="104" name="Google Shape;104;p21"/>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05" name="Google Shape;105;p21"/>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06" name="Google Shape;106;p21"/>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sidebar">
  <p:cSld name="Content and sidebar">
    <p:spTree>
      <p:nvGrpSpPr>
        <p:cNvPr id="107" name="Shape 107"/>
        <p:cNvGrpSpPr/>
        <p:nvPr/>
      </p:nvGrpSpPr>
      <p:grpSpPr>
        <a:xfrm>
          <a:off x="0" y="0"/>
          <a:ext cx="0" cy="0"/>
          <a:chOff x="0" y="0"/>
          <a:chExt cx="0" cy="0"/>
        </a:xfrm>
      </p:grpSpPr>
      <p:sp>
        <p:nvSpPr>
          <p:cNvPr id="108" name="Google Shape;108;p22"/>
          <p:cNvSpPr txBox="1"/>
          <p:nvPr>
            <p:ph idx="1" type="body"/>
          </p:nvPr>
        </p:nvSpPr>
        <p:spPr>
          <a:xfrm>
            <a:off x="8189577" y="2377252"/>
            <a:ext cx="3392828" cy="639763"/>
          </a:xfrm>
          <a:prstGeom prst="rect">
            <a:avLst/>
          </a:prstGeom>
          <a:noFill/>
          <a:ln>
            <a:noFill/>
          </a:ln>
        </p:spPr>
        <p:txBody>
          <a:bodyPr anchorCtr="0" anchor="b" bIns="45700" lIns="91425" spcFirstLastPara="1" rIns="91425" wrap="square" tIns="45700">
            <a:noAutofit/>
          </a:bodyPr>
          <a:lstStyle>
            <a:lvl1pPr indent="-228600" lvl="0" marL="457200" algn="l">
              <a:spcBef>
                <a:spcPts val="427"/>
              </a:spcBef>
              <a:spcAft>
                <a:spcPts val="0"/>
              </a:spcAft>
              <a:buSzPts val="2133"/>
              <a:buNone/>
              <a:defRPr b="1" sz="2133">
                <a:solidFill>
                  <a:schemeClr val="dk1"/>
                </a:solidFill>
              </a:defRPr>
            </a:lvl1pPr>
            <a:lvl2pPr indent="-228600" lvl="1" marL="914400" algn="l">
              <a:spcBef>
                <a:spcPts val="533"/>
              </a:spcBef>
              <a:spcAft>
                <a:spcPts val="0"/>
              </a:spcAft>
              <a:buSzPts val="2667"/>
              <a:buNone/>
              <a:defRPr b="1" sz="2667"/>
            </a:lvl2pPr>
            <a:lvl3pPr indent="-228600" lvl="2" marL="1371600" algn="l">
              <a:spcBef>
                <a:spcPts val="480"/>
              </a:spcBef>
              <a:spcAft>
                <a:spcPts val="0"/>
              </a:spcAft>
              <a:buSzPts val="2400"/>
              <a:buNone/>
              <a:defRPr b="1" sz="2400"/>
            </a:lvl3pPr>
            <a:lvl4pPr indent="-228600" lvl="3" marL="1828800" algn="l">
              <a:spcBef>
                <a:spcPts val="427"/>
              </a:spcBef>
              <a:spcAft>
                <a:spcPts val="0"/>
              </a:spcAft>
              <a:buSzPts val="2133"/>
              <a:buNone/>
              <a:defRPr b="1" sz="2133"/>
            </a:lvl4pPr>
            <a:lvl5pPr indent="-228600" lvl="4" marL="2286000" algn="l">
              <a:spcBef>
                <a:spcPts val="427"/>
              </a:spcBef>
              <a:spcAft>
                <a:spcPts val="0"/>
              </a:spcAft>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109" name="Google Shape;109;p22"/>
          <p:cNvSpPr txBox="1"/>
          <p:nvPr>
            <p:ph idx="2" type="body"/>
          </p:nvPr>
        </p:nvSpPr>
        <p:spPr>
          <a:xfrm>
            <a:off x="8189577" y="3080869"/>
            <a:ext cx="3392828" cy="3043353"/>
          </a:xfrm>
          <a:prstGeom prst="rect">
            <a:avLst/>
          </a:prstGeom>
          <a:noFill/>
          <a:ln>
            <a:noFill/>
          </a:ln>
        </p:spPr>
        <p:txBody>
          <a:bodyPr anchorCtr="0" anchor="t" bIns="45700" lIns="91425" spcFirstLastPara="1" rIns="91425" wrap="square" tIns="45700">
            <a:normAutofit/>
          </a:bodyPr>
          <a:lstStyle>
            <a:lvl1pPr indent="-364045" lvl="0" marL="457200" marR="0" algn="l">
              <a:lnSpc>
                <a:spcPct val="100000"/>
              </a:lnSpc>
              <a:spcBef>
                <a:spcPts val="427"/>
              </a:spcBef>
              <a:spcAft>
                <a:spcPts val="0"/>
              </a:spcAft>
              <a:buClr>
                <a:schemeClr val="dk1"/>
              </a:buClr>
              <a:buSzPts val="2133"/>
              <a:buFont typeface="Arial"/>
              <a:buChar char="•"/>
              <a:defRPr sz="2133"/>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10" name="Google Shape;110;p22"/>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22"/>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12" name="Google Shape;112;p22"/>
          <p:cNvGrpSpPr/>
          <p:nvPr/>
        </p:nvGrpSpPr>
        <p:grpSpPr>
          <a:xfrm>
            <a:off x="-6771" y="945083"/>
            <a:ext cx="11589172" cy="63343"/>
            <a:chOff x="685800" y="1794746"/>
            <a:chExt cx="7772400" cy="179475"/>
          </a:xfrm>
        </p:grpSpPr>
        <p:sp>
          <p:nvSpPr>
            <p:cNvPr id="113" name="Google Shape;113;p22"/>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14" name="Google Shape;114;p22"/>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15" name="Google Shape;115;p22"/>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cxnSp>
        <p:nvCxnSpPr>
          <p:cNvPr id="116" name="Google Shape;116;p22"/>
          <p:cNvCxnSpPr/>
          <p:nvPr/>
        </p:nvCxnSpPr>
        <p:spPr>
          <a:xfrm>
            <a:off x="7878456" y="1466657"/>
            <a:ext cx="0" cy="4798684"/>
          </a:xfrm>
          <a:prstGeom prst="straightConnector1">
            <a:avLst/>
          </a:prstGeom>
          <a:noFill/>
          <a:ln cap="flat" cmpd="sng" w="9525">
            <a:solidFill>
              <a:schemeClr val="lt2"/>
            </a:solidFill>
            <a:prstDash val="solid"/>
            <a:round/>
            <a:headEnd len="sm" w="sm" type="none"/>
            <a:tailEnd len="sm" w="sm" type="none"/>
          </a:ln>
        </p:spPr>
      </p:cxnSp>
      <p:sp>
        <p:nvSpPr>
          <p:cNvPr id="117" name="Google Shape;117;p22"/>
          <p:cNvSpPr txBox="1"/>
          <p:nvPr>
            <p:ph idx="3" type="body"/>
          </p:nvPr>
        </p:nvSpPr>
        <p:spPr>
          <a:xfrm>
            <a:off x="413550" y="1980206"/>
            <a:ext cx="7059708" cy="430919"/>
          </a:xfrm>
          <a:prstGeom prst="rect">
            <a:avLst/>
          </a:prstGeom>
          <a:noFill/>
          <a:ln>
            <a:noFill/>
          </a:ln>
        </p:spPr>
        <p:txBody>
          <a:bodyPr anchorCtr="0" anchor="b" bIns="45700" lIns="91425" spcFirstLastPara="1" rIns="91425" wrap="square" tIns="45700">
            <a:normAutofit/>
          </a:bodyPr>
          <a:lstStyle>
            <a:lvl1pPr indent="-228600" lvl="0" marL="457200" marR="0" algn="l">
              <a:lnSpc>
                <a:spcPct val="100000"/>
              </a:lnSpc>
              <a:spcBef>
                <a:spcPts val="427"/>
              </a:spcBef>
              <a:spcAft>
                <a:spcPts val="0"/>
              </a:spcAft>
              <a:buClr>
                <a:schemeClr val="dk1"/>
              </a:buClr>
              <a:buSzPts val="2133"/>
              <a:buFont typeface="Arial"/>
              <a:buNone/>
              <a:defRPr b="1" sz="21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18" name="Google Shape;118;p22"/>
          <p:cNvSpPr txBox="1"/>
          <p:nvPr>
            <p:ph idx="4" type="body"/>
          </p:nvPr>
        </p:nvSpPr>
        <p:spPr>
          <a:xfrm>
            <a:off x="413550" y="2411126"/>
            <a:ext cx="7059708" cy="430919"/>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73"/>
              </a:spcBef>
              <a:spcAft>
                <a:spcPts val="0"/>
              </a:spcAft>
              <a:buClr>
                <a:schemeClr val="dk1"/>
              </a:buClr>
              <a:buSzPts val="1867"/>
              <a:buFont typeface="Arial"/>
              <a:buNone/>
              <a:defRPr b="0" sz="1867">
                <a:solidFill>
                  <a:schemeClr val="dk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19" name="Google Shape;119;p22"/>
          <p:cNvSpPr txBox="1"/>
          <p:nvPr>
            <p:ph idx="5" type="body"/>
          </p:nvPr>
        </p:nvSpPr>
        <p:spPr>
          <a:xfrm>
            <a:off x="413550" y="3138259"/>
            <a:ext cx="7059708" cy="430919"/>
          </a:xfrm>
          <a:prstGeom prst="rect">
            <a:avLst/>
          </a:prstGeom>
          <a:noFill/>
          <a:ln>
            <a:noFill/>
          </a:ln>
        </p:spPr>
        <p:txBody>
          <a:bodyPr anchorCtr="0" anchor="b" bIns="45700" lIns="91425" spcFirstLastPara="1" rIns="91425" wrap="square" tIns="45700">
            <a:normAutofit/>
          </a:bodyPr>
          <a:lstStyle>
            <a:lvl1pPr indent="-228600" lvl="0" marL="457200" marR="0" algn="l">
              <a:lnSpc>
                <a:spcPct val="100000"/>
              </a:lnSpc>
              <a:spcBef>
                <a:spcPts val="427"/>
              </a:spcBef>
              <a:spcAft>
                <a:spcPts val="0"/>
              </a:spcAft>
              <a:buClr>
                <a:schemeClr val="dk1"/>
              </a:buClr>
              <a:buSzPts val="2133"/>
              <a:buFont typeface="Arial"/>
              <a:buNone/>
              <a:defRPr b="1" sz="21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20" name="Google Shape;120;p22"/>
          <p:cNvSpPr txBox="1"/>
          <p:nvPr>
            <p:ph idx="6" type="body"/>
          </p:nvPr>
        </p:nvSpPr>
        <p:spPr>
          <a:xfrm>
            <a:off x="413550" y="3569179"/>
            <a:ext cx="7059708" cy="430919"/>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73"/>
              </a:spcBef>
              <a:spcAft>
                <a:spcPts val="0"/>
              </a:spcAft>
              <a:buClr>
                <a:schemeClr val="dk1"/>
              </a:buClr>
              <a:buSzPts val="1867"/>
              <a:buFont typeface="Arial"/>
              <a:buNone/>
              <a:defRPr b="0" sz="1867">
                <a:solidFill>
                  <a:schemeClr val="dk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21" name="Google Shape;121;p22"/>
          <p:cNvSpPr txBox="1"/>
          <p:nvPr>
            <p:ph idx="7" type="body"/>
          </p:nvPr>
        </p:nvSpPr>
        <p:spPr>
          <a:xfrm>
            <a:off x="413550" y="4255861"/>
            <a:ext cx="7059708" cy="430919"/>
          </a:xfrm>
          <a:prstGeom prst="rect">
            <a:avLst/>
          </a:prstGeom>
          <a:noFill/>
          <a:ln>
            <a:noFill/>
          </a:ln>
        </p:spPr>
        <p:txBody>
          <a:bodyPr anchorCtr="0" anchor="b" bIns="45700" lIns="91425" spcFirstLastPara="1" rIns="91425" wrap="square" tIns="45700">
            <a:normAutofit/>
          </a:bodyPr>
          <a:lstStyle>
            <a:lvl1pPr indent="-228600" lvl="0" marL="457200" marR="0" algn="l">
              <a:lnSpc>
                <a:spcPct val="100000"/>
              </a:lnSpc>
              <a:spcBef>
                <a:spcPts val="427"/>
              </a:spcBef>
              <a:spcAft>
                <a:spcPts val="0"/>
              </a:spcAft>
              <a:buClr>
                <a:schemeClr val="dk1"/>
              </a:buClr>
              <a:buSzPts val="2133"/>
              <a:buFont typeface="Arial"/>
              <a:buNone/>
              <a:defRPr b="1" sz="21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22" name="Google Shape;122;p22"/>
          <p:cNvSpPr txBox="1"/>
          <p:nvPr>
            <p:ph idx="8" type="body"/>
          </p:nvPr>
        </p:nvSpPr>
        <p:spPr>
          <a:xfrm>
            <a:off x="413550" y="4686779"/>
            <a:ext cx="7059708" cy="430919"/>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373"/>
              </a:spcBef>
              <a:spcAft>
                <a:spcPts val="0"/>
              </a:spcAft>
              <a:buClr>
                <a:schemeClr val="dk1"/>
              </a:buClr>
              <a:buSzPts val="1867"/>
              <a:buFont typeface="Arial"/>
              <a:buNone/>
              <a:defRPr b="0" sz="1867">
                <a:solidFill>
                  <a:schemeClr val="dk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23" name="Google Shape;123;p22"/>
          <p:cNvSpPr txBox="1"/>
          <p:nvPr>
            <p:ph idx="9" type="body"/>
          </p:nvPr>
        </p:nvSpPr>
        <p:spPr>
          <a:xfrm>
            <a:off x="412044" y="1287829"/>
            <a:ext cx="7061200" cy="558800"/>
          </a:xfrm>
          <a:prstGeom prst="rect">
            <a:avLst/>
          </a:prstGeom>
          <a:noFill/>
          <a:ln>
            <a:noFill/>
          </a:ln>
        </p:spPr>
        <p:txBody>
          <a:bodyPr anchorCtr="0" anchor="t" bIns="45700" lIns="91425" spcFirstLastPara="1" rIns="91425" wrap="square" tIns="45700">
            <a:normAutofit/>
          </a:bodyPr>
          <a:lstStyle>
            <a:lvl1pPr indent="-228600" lvl="0" marL="457200" algn="l">
              <a:spcBef>
                <a:spcPts val="533"/>
              </a:spcBef>
              <a:spcAft>
                <a:spcPts val="0"/>
              </a:spcAft>
              <a:buSzPts val="2667"/>
              <a:buNone/>
              <a:defRPr b="1" sz="2667">
                <a:solidFill>
                  <a:srgbClr val="00144D"/>
                </a:solidFill>
              </a:defRPr>
            </a:lvl1pPr>
            <a:lvl2pPr indent="-228600" lvl="1" marL="914400" algn="l">
              <a:spcBef>
                <a:spcPts val="640"/>
              </a:spcBef>
              <a:spcAft>
                <a:spcPts val="0"/>
              </a:spcAft>
              <a:buSzPts val="3200"/>
              <a:buNone/>
              <a:defRPr/>
            </a:lvl2pPr>
            <a:lvl3pPr indent="-228600" lvl="2" marL="1371600" algn="l">
              <a:spcBef>
                <a:spcPts val="533"/>
              </a:spcBef>
              <a:spcAft>
                <a:spcPts val="0"/>
              </a:spcAft>
              <a:buSzPts val="2667"/>
              <a:buNone/>
              <a:defRPr/>
            </a:lvl3pPr>
            <a:lvl4pPr indent="-228600" lvl="3" marL="1828800" algn="l">
              <a:spcBef>
                <a:spcPts val="480"/>
              </a:spcBef>
              <a:spcAft>
                <a:spcPts val="0"/>
              </a:spcAft>
              <a:buSzPts val="2400"/>
              <a:buNone/>
              <a:defRPr/>
            </a:lvl4pPr>
            <a:lvl5pPr indent="-228600" lvl="4" marL="2286000" algn="l">
              <a:spcBef>
                <a:spcPts val="480"/>
              </a:spcBef>
              <a:spcAft>
                <a:spcPts val="0"/>
              </a:spcAft>
              <a:buSzPts val="2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p:cSld name="Metrics">
    <p:spTree>
      <p:nvGrpSpPr>
        <p:cNvPr id="124" name="Shape 124"/>
        <p:cNvGrpSpPr/>
        <p:nvPr/>
      </p:nvGrpSpPr>
      <p:grpSpPr>
        <a:xfrm>
          <a:off x="0" y="0"/>
          <a:ext cx="0" cy="0"/>
          <a:chOff x="0" y="0"/>
          <a:chExt cx="0" cy="0"/>
        </a:xfrm>
      </p:grpSpPr>
      <p:sp>
        <p:nvSpPr>
          <p:cNvPr id="125" name="Google Shape;125;p23"/>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23"/>
          <p:cNvSpPr txBox="1"/>
          <p:nvPr>
            <p:ph type="title"/>
          </p:nvPr>
        </p:nvSpPr>
        <p:spPr>
          <a:xfrm>
            <a:off x="413536" y="20647"/>
            <a:ext cx="10972800" cy="92480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95001A"/>
              </a:buClr>
              <a:buSzPts val="4800"/>
              <a:buFont typeface="Gill Sans"/>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27" name="Google Shape;127;p23"/>
          <p:cNvGrpSpPr/>
          <p:nvPr/>
        </p:nvGrpSpPr>
        <p:grpSpPr>
          <a:xfrm>
            <a:off x="-6771" y="945083"/>
            <a:ext cx="11589172" cy="63343"/>
            <a:chOff x="685800" y="1794746"/>
            <a:chExt cx="7772400" cy="179475"/>
          </a:xfrm>
        </p:grpSpPr>
        <p:sp>
          <p:nvSpPr>
            <p:cNvPr id="128" name="Google Shape;128;p23"/>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29" name="Google Shape;129;p23"/>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30" name="Google Shape;130;p23"/>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
        <p:nvSpPr>
          <p:cNvPr id="131" name="Google Shape;131;p23"/>
          <p:cNvSpPr/>
          <p:nvPr/>
        </p:nvSpPr>
        <p:spPr>
          <a:xfrm>
            <a:off x="609614" y="1480182"/>
            <a:ext cx="2931007"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accent1"/>
              </a:solidFill>
              <a:latin typeface="Gill Sans"/>
              <a:ea typeface="Gill Sans"/>
              <a:cs typeface="Gill Sans"/>
              <a:sym typeface="Gill Sans"/>
            </a:endParaRPr>
          </a:p>
        </p:txBody>
      </p:sp>
      <p:sp>
        <p:nvSpPr>
          <p:cNvPr id="132" name="Google Shape;132;p23"/>
          <p:cNvSpPr/>
          <p:nvPr/>
        </p:nvSpPr>
        <p:spPr>
          <a:xfrm>
            <a:off x="609613" y="1480177"/>
            <a:ext cx="2931007" cy="633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accent1"/>
              </a:solidFill>
              <a:latin typeface="Gill Sans"/>
              <a:ea typeface="Gill Sans"/>
              <a:cs typeface="Gill Sans"/>
              <a:sym typeface="Gill Sans"/>
            </a:endParaRPr>
          </a:p>
        </p:txBody>
      </p:sp>
      <p:grpSp>
        <p:nvGrpSpPr>
          <p:cNvPr id="133" name="Google Shape;133;p23"/>
          <p:cNvGrpSpPr/>
          <p:nvPr/>
        </p:nvGrpSpPr>
        <p:grpSpPr>
          <a:xfrm>
            <a:off x="609597" y="2947965"/>
            <a:ext cx="4047067" cy="1373065"/>
            <a:chOff x="457198" y="2913323"/>
            <a:chExt cx="3035300" cy="1373065"/>
          </a:xfrm>
        </p:grpSpPr>
        <p:sp>
          <p:nvSpPr>
            <p:cNvPr id="134" name="Google Shape;134;p23"/>
            <p:cNvSpPr/>
            <p:nvPr/>
          </p:nvSpPr>
          <p:spPr>
            <a:xfrm>
              <a:off x="457199" y="2913323"/>
              <a:ext cx="3035299"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dk2"/>
                </a:solidFill>
                <a:latin typeface="Gill Sans"/>
                <a:ea typeface="Gill Sans"/>
                <a:cs typeface="Gill Sans"/>
                <a:sym typeface="Gill Sans"/>
              </a:endParaRPr>
            </a:p>
          </p:txBody>
        </p:sp>
        <p:sp>
          <p:nvSpPr>
            <p:cNvPr id="135" name="Google Shape;135;p23"/>
            <p:cNvSpPr/>
            <p:nvPr/>
          </p:nvSpPr>
          <p:spPr>
            <a:xfrm>
              <a:off x="457198" y="2913323"/>
              <a:ext cx="3035300" cy="6334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dk2"/>
                </a:solidFill>
                <a:latin typeface="Gill Sans"/>
                <a:ea typeface="Gill Sans"/>
                <a:cs typeface="Gill Sans"/>
                <a:sym typeface="Gill Sans"/>
              </a:endParaRPr>
            </a:p>
          </p:txBody>
        </p:sp>
      </p:grpSp>
      <p:grpSp>
        <p:nvGrpSpPr>
          <p:cNvPr id="136" name="Google Shape;136;p23"/>
          <p:cNvGrpSpPr/>
          <p:nvPr/>
        </p:nvGrpSpPr>
        <p:grpSpPr>
          <a:xfrm>
            <a:off x="609599" y="4404681"/>
            <a:ext cx="10909301" cy="1373065"/>
            <a:chOff x="457199" y="4370039"/>
            <a:chExt cx="8181976" cy="1373065"/>
          </a:xfrm>
        </p:grpSpPr>
        <p:sp>
          <p:nvSpPr>
            <p:cNvPr id="137" name="Google Shape;137;p23"/>
            <p:cNvSpPr/>
            <p:nvPr/>
          </p:nvSpPr>
          <p:spPr>
            <a:xfrm>
              <a:off x="457199" y="4370039"/>
              <a:ext cx="8181976"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lt2"/>
                </a:solidFill>
                <a:latin typeface="Gill Sans"/>
                <a:ea typeface="Gill Sans"/>
                <a:cs typeface="Gill Sans"/>
                <a:sym typeface="Gill Sans"/>
              </a:endParaRPr>
            </a:p>
          </p:txBody>
        </p:sp>
        <p:sp>
          <p:nvSpPr>
            <p:cNvPr id="138" name="Google Shape;138;p23"/>
            <p:cNvSpPr/>
            <p:nvPr/>
          </p:nvSpPr>
          <p:spPr>
            <a:xfrm>
              <a:off x="457199" y="4370039"/>
              <a:ext cx="8181975" cy="6334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2"/>
                </a:solidFill>
                <a:latin typeface="Gill Sans"/>
                <a:ea typeface="Gill Sans"/>
                <a:cs typeface="Gill Sans"/>
                <a:sym typeface="Gill Sans"/>
              </a:endParaRPr>
            </a:p>
          </p:txBody>
        </p:sp>
      </p:grpSp>
      <p:grpSp>
        <p:nvGrpSpPr>
          <p:cNvPr id="139" name="Google Shape;139;p23"/>
          <p:cNvGrpSpPr/>
          <p:nvPr/>
        </p:nvGrpSpPr>
        <p:grpSpPr>
          <a:xfrm>
            <a:off x="3661833" y="1480182"/>
            <a:ext cx="3683000" cy="1373065"/>
            <a:chOff x="2746375" y="1480176"/>
            <a:chExt cx="2762250" cy="1373065"/>
          </a:xfrm>
        </p:grpSpPr>
        <p:sp>
          <p:nvSpPr>
            <p:cNvPr id="140" name="Google Shape;140;p23"/>
            <p:cNvSpPr/>
            <p:nvPr/>
          </p:nvSpPr>
          <p:spPr>
            <a:xfrm>
              <a:off x="2746375" y="1480176"/>
              <a:ext cx="2762250"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accent1"/>
                </a:solidFill>
                <a:latin typeface="Gill Sans"/>
                <a:ea typeface="Gill Sans"/>
                <a:cs typeface="Gill Sans"/>
                <a:sym typeface="Gill Sans"/>
              </a:endParaRPr>
            </a:p>
          </p:txBody>
        </p:sp>
        <p:sp>
          <p:nvSpPr>
            <p:cNvPr id="141" name="Google Shape;141;p23"/>
            <p:cNvSpPr/>
            <p:nvPr/>
          </p:nvSpPr>
          <p:spPr>
            <a:xfrm>
              <a:off x="2746375" y="1480176"/>
              <a:ext cx="2762250" cy="633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accent1"/>
                </a:solidFill>
                <a:latin typeface="Gill Sans"/>
                <a:ea typeface="Gill Sans"/>
                <a:cs typeface="Gill Sans"/>
                <a:sym typeface="Gill Sans"/>
              </a:endParaRPr>
            </a:p>
          </p:txBody>
        </p:sp>
      </p:grpSp>
      <p:grpSp>
        <p:nvGrpSpPr>
          <p:cNvPr id="142" name="Google Shape;142;p23"/>
          <p:cNvGrpSpPr/>
          <p:nvPr/>
        </p:nvGrpSpPr>
        <p:grpSpPr>
          <a:xfrm>
            <a:off x="7481456" y="1480182"/>
            <a:ext cx="4037443" cy="1373065"/>
            <a:chOff x="5556249" y="1480176"/>
            <a:chExt cx="3082926" cy="1373065"/>
          </a:xfrm>
        </p:grpSpPr>
        <p:sp>
          <p:nvSpPr>
            <p:cNvPr id="143" name="Google Shape;143;p23"/>
            <p:cNvSpPr/>
            <p:nvPr/>
          </p:nvSpPr>
          <p:spPr>
            <a:xfrm>
              <a:off x="5556250" y="1480176"/>
              <a:ext cx="3082925"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accent1"/>
                </a:solidFill>
                <a:latin typeface="Gill Sans"/>
                <a:ea typeface="Gill Sans"/>
                <a:cs typeface="Gill Sans"/>
                <a:sym typeface="Gill Sans"/>
              </a:endParaRPr>
            </a:p>
          </p:txBody>
        </p:sp>
        <p:sp>
          <p:nvSpPr>
            <p:cNvPr id="144" name="Google Shape;144;p23"/>
            <p:cNvSpPr/>
            <p:nvPr/>
          </p:nvSpPr>
          <p:spPr>
            <a:xfrm>
              <a:off x="5556249" y="1480176"/>
              <a:ext cx="3082925" cy="633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accent1"/>
                </a:solidFill>
                <a:latin typeface="Gill Sans"/>
                <a:ea typeface="Gill Sans"/>
                <a:cs typeface="Gill Sans"/>
                <a:sym typeface="Gill Sans"/>
              </a:endParaRPr>
            </a:p>
          </p:txBody>
        </p:sp>
      </p:grpSp>
      <p:grpSp>
        <p:nvGrpSpPr>
          <p:cNvPr id="145" name="Google Shape;145;p23"/>
          <p:cNvGrpSpPr/>
          <p:nvPr/>
        </p:nvGrpSpPr>
        <p:grpSpPr>
          <a:xfrm>
            <a:off x="4776973" y="2947965"/>
            <a:ext cx="6741928" cy="1373065"/>
            <a:chOff x="3556000" y="2913323"/>
            <a:chExt cx="5083175" cy="1373065"/>
          </a:xfrm>
        </p:grpSpPr>
        <p:sp>
          <p:nvSpPr>
            <p:cNvPr id="146" name="Google Shape;146;p23"/>
            <p:cNvSpPr/>
            <p:nvPr/>
          </p:nvSpPr>
          <p:spPr>
            <a:xfrm>
              <a:off x="3556000" y="2913323"/>
              <a:ext cx="5083175" cy="1373065"/>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dk2"/>
                </a:solidFill>
                <a:latin typeface="Gill Sans"/>
                <a:ea typeface="Gill Sans"/>
                <a:cs typeface="Gill Sans"/>
                <a:sym typeface="Gill Sans"/>
              </a:endParaRPr>
            </a:p>
          </p:txBody>
        </p:sp>
        <p:sp>
          <p:nvSpPr>
            <p:cNvPr id="147" name="Google Shape;147;p23"/>
            <p:cNvSpPr/>
            <p:nvPr/>
          </p:nvSpPr>
          <p:spPr>
            <a:xfrm>
              <a:off x="3556000" y="2913323"/>
              <a:ext cx="5083174" cy="6334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dk2"/>
                </a:solidFill>
                <a:latin typeface="Gill Sans"/>
                <a:ea typeface="Gill Sans"/>
                <a:cs typeface="Gill Sans"/>
                <a:sym typeface="Gill Sans"/>
              </a:endParaRPr>
            </a:p>
          </p:txBody>
        </p:sp>
      </p:grpSp>
      <p:sp>
        <p:nvSpPr>
          <p:cNvPr id="148" name="Google Shape;148;p23"/>
          <p:cNvSpPr txBox="1"/>
          <p:nvPr>
            <p:ph idx="1" type="body"/>
          </p:nvPr>
        </p:nvSpPr>
        <p:spPr>
          <a:xfrm>
            <a:off x="609602" y="1597259"/>
            <a:ext cx="2931005"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49" name="Google Shape;149;p23"/>
          <p:cNvSpPr txBox="1"/>
          <p:nvPr>
            <p:ph idx="2" type="body"/>
          </p:nvPr>
        </p:nvSpPr>
        <p:spPr>
          <a:xfrm>
            <a:off x="609614" y="2366907"/>
            <a:ext cx="2931007"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0" name="Google Shape;150;p23"/>
          <p:cNvSpPr txBox="1"/>
          <p:nvPr>
            <p:ph idx="3" type="body"/>
          </p:nvPr>
        </p:nvSpPr>
        <p:spPr>
          <a:xfrm>
            <a:off x="3661835" y="1597259"/>
            <a:ext cx="3683000"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1" name="Google Shape;151;p23"/>
          <p:cNvSpPr txBox="1"/>
          <p:nvPr>
            <p:ph idx="4" type="body"/>
          </p:nvPr>
        </p:nvSpPr>
        <p:spPr>
          <a:xfrm>
            <a:off x="3661838" y="2366907"/>
            <a:ext cx="3683001"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2" name="Google Shape;152;p23"/>
          <p:cNvSpPr txBox="1"/>
          <p:nvPr>
            <p:ph idx="5" type="body"/>
          </p:nvPr>
        </p:nvSpPr>
        <p:spPr>
          <a:xfrm>
            <a:off x="7481457" y="1597259"/>
            <a:ext cx="4037440"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3" name="Google Shape;153;p23"/>
          <p:cNvSpPr txBox="1"/>
          <p:nvPr>
            <p:ph idx="6" type="body"/>
          </p:nvPr>
        </p:nvSpPr>
        <p:spPr>
          <a:xfrm>
            <a:off x="7481466" y="2366907"/>
            <a:ext cx="4037441"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accent1"/>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4" name="Google Shape;154;p23"/>
          <p:cNvSpPr txBox="1"/>
          <p:nvPr>
            <p:ph idx="7" type="body"/>
          </p:nvPr>
        </p:nvSpPr>
        <p:spPr>
          <a:xfrm>
            <a:off x="4776975" y="3045167"/>
            <a:ext cx="6741923"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dk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5" name="Google Shape;155;p23"/>
          <p:cNvSpPr txBox="1"/>
          <p:nvPr>
            <p:ph idx="8" type="body"/>
          </p:nvPr>
        </p:nvSpPr>
        <p:spPr>
          <a:xfrm>
            <a:off x="4776973" y="3814812"/>
            <a:ext cx="6741928"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dk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6" name="Google Shape;156;p23"/>
          <p:cNvSpPr txBox="1"/>
          <p:nvPr>
            <p:ph idx="9" type="body"/>
          </p:nvPr>
        </p:nvSpPr>
        <p:spPr>
          <a:xfrm>
            <a:off x="609600" y="3045167"/>
            <a:ext cx="4047064"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dk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7" name="Google Shape;157;p23"/>
          <p:cNvSpPr txBox="1"/>
          <p:nvPr>
            <p:ph idx="13" type="body"/>
          </p:nvPr>
        </p:nvSpPr>
        <p:spPr>
          <a:xfrm>
            <a:off x="609609" y="3814812"/>
            <a:ext cx="4047065"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dk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8" name="Google Shape;158;p23"/>
          <p:cNvSpPr txBox="1"/>
          <p:nvPr>
            <p:ph idx="14" type="body"/>
          </p:nvPr>
        </p:nvSpPr>
        <p:spPr>
          <a:xfrm>
            <a:off x="609601" y="4514278"/>
            <a:ext cx="10909296" cy="769641"/>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1067"/>
              </a:spcBef>
              <a:spcAft>
                <a:spcPts val="0"/>
              </a:spcAft>
              <a:buClr>
                <a:schemeClr val="dk1"/>
              </a:buClr>
              <a:buSzPts val="5333"/>
              <a:buFont typeface="Arial"/>
              <a:buNone/>
              <a:defRPr b="1" sz="5333">
                <a:solidFill>
                  <a:schemeClr val="lt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159" name="Google Shape;159;p23"/>
          <p:cNvSpPr txBox="1"/>
          <p:nvPr>
            <p:ph idx="15" type="body"/>
          </p:nvPr>
        </p:nvSpPr>
        <p:spPr>
          <a:xfrm>
            <a:off x="609596" y="5283926"/>
            <a:ext cx="10909307" cy="430919"/>
          </a:xfrm>
          <a:prstGeom prst="rect">
            <a:avLst/>
          </a:prstGeom>
          <a:noFill/>
          <a:ln>
            <a:noFill/>
          </a:ln>
        </p:spPr>
        <p:txBody>
          <a:bodyPr anchorCtr="0" anchor="t" bIns="45700" lIns="91425" spcFirstLastPara="1" rIns="91425" wrap="square" tIns="45700">
            <a:normAutofit/>
          </a:bodyPr>
          <a:lstStyle>
            <a:lvl1pPr indent="-228600" lvl="0" marL="457200" marR="0" algn="ctr">
              <a:lnSpc>
                <a:spcPct val="100000"/>
              </a:lnSpc>
              <a:spcBef>
                <a:spcPts val="640"/>
              </a:spcBef>
              <a:spcAft>
                <a:spcPts val="0"/>
              </a:spcAft>
              <a:buClr>
                <a:schemeClr val="dk1"/>
              </a:buClr>
              <a:buSzPts val="3200"/>
              <a:buFont typeface="Arial"/>
              <a:buNone/>
              <a:defRPr b="0" sz="3200">
                <a:solidFill>
                  <a:schemeClr val="lt2"/>
                </a:solidFill>
              </a:defRPr>
            </a:lvl1pPr>
            <a:lvl2pPr indent="-381000" lvl="1" marL="914400" algn="l">
              <a:spcBef>
                <a:spcPts val="480"/>
              </a:spcBef>
              <a:spcAft>
                <a:spcPts val="0"/>
              </a:spcAft>
              <a:buSzPts val="2400"/>
              <a:buChar char="–"/>
              <a:defRPr sz="2400"/>
            </a:lvl2pPr>
            <a:lvl3pPr indent="-364045" lvl="2" marL="1371600" algn="l">
              <a:spcBef>
                <a:spcPts val="427"/>
              </a:spcBef>
              <a:spcAft>
                <a:spcPts val="0"/>
              </a:spcAft>
              <a:buSzPts val="2133"/>
              <a:buChar char="•"/>
              <a:defRPr sz="2133"/>
            </a:lvl3pPr>
            <a:lvl4pPr indent="-347154" lvl="3" marL="1828800" algn="l">
              <a:spcBef>
                <a:spcPts val="373"/>
              </a:spcBef>
              <a:spcAft>
                <a:spcPts val="0"/>
              </a:spcAft>
              <a:buSzPts val="1867"/>
              <a:buChar char="–"/>
              <a:defRPr sz="1867"/>
            </a:lvl4pPr>
            <a:lvl5pPr indent="-347154" lvl="4" marL="2286000" algn="l">
              <a:spcBef>
                <a:spcPts val="373"/>
              </a:spcBef>
              <a:spcAft>
                <a:spcPts val="0"/>
              </a:spcAft>
              <a:buSzPts val="1867"/>
              <a:buChar char="»"/>
              <a:defRPr sz="1867"/>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0" name="Shape 160"/>
        <p:cNvGrpSpPr/>
        <p:nvPr/>
      </p:nvGrpSpPr>
      <p:grpSpPr>
        <a:xfrm>
          <a:off x="0" y="0"/>
          <a:ext cx="0" cy="0"/>
          <a:chOff x="0" y="0"/>
          <a:chExt cx="0" cy="0"/>
        </a:xfrm>
      </p:grpSpPr>
      <p:sp>
        <p:nvSpPr>
          <p:cNvPr id="161" name="Google Shape;161;p24"/>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p:cSld name="Venn Diagram">
    <p:spTree>
      <p:nvGrpSpPr>
        <p:cNvPr id="162" name="Shape 162"/>
        <p:cNvGrpSpPr/>
        <p:nvPr/>
      </p:nvGrpSpPr>
      <p:grpSpPr>
        <a:xfrm>
          <a:off x="0" y="0"/>
          <a:ext cx="0" cy="0"/>
          <a:chOff x="0" y="0"/>
          <a:chExt cx="0" cy="0"/>
        </a:xfrm>
      </p:grpSpPr>
      <p:sp>
        <p:nvSpPr>
          <p:cNvPr id="163" name="Google Shape;163;p25"/>
          <p:cNvSpPr/>
          <p:nvPr/>
        </p:nvSpPr>
        <p:spPr>
          <a:xfrm>
            <a:off x="2136053" y="1345419"/>
            <a:ext cx="4990355" cy="49880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Calibri"/>
              <a:ea typeface="Calibri"/>
              <a:cs typeface="Calibri"/>
              <a:sym typeface="Calibri"/>
            </a:endParaRPr>
          </a:p>
        </p:txBody>
      </p:sp>
      <p:sp>
        <p:nvSpPr>
          <p:cNvPr id="164" name="Google Shape;164;p25"/>
          <p:cNvSpPr/>
          <p:nvPr/>
        </p:nvSpPr>
        <p:spPr>
          <a:xfrm>
            <a:off x="5018700" y="1330052"/>
            <a:ext cx="4990355" cy="4990352"/>
          </a:xfrm>
          <a:prstGeom prst="ellipse">
            <a:avLst/>
          </a:prstGeom>
          <a:solidFill>
            <a:schemeClr val="accent3">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Calibri"/>
              <a:ea typeface="Calibri"/>
              <a:cs typeface="Calibri"/>
              <a:sym typeface="Calibri"/>
            </a:endParaRPr>
          </a:p>
        </p:txBody>
      </p:sp>
      <p:sp>
        <p:nvSpPr>
          <p:cNvPr id="165" name="Google Shape;165;p25"/>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25"/>
          <p:cNvSpPr txBox="1"/>
          <p:nvPr>
            <p:ph type="title"/>
          </p:nvPr>
        </p:nvSpPr>
        <p:spPr>
          <a:xfrm>
            <a:off x="2163040" y="3453267"/>
            <a:ext cx="2596680" cy="86967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2400"/>
              <a:buFont typeface="Gill Sans"/>
              <a:buNone/>
              <a:defRPr b="0"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67" name="Google Shape;167;p25"/>
          <p:cNvGrpSpPr/>
          <p:nvPr/>
        </p:nvGrpSpPr>
        <p:grpSpPr>
          <a:xfrm>
            <a:off x="-6771" y="945083"/>
            <a:ext cx="11589172" cy="63343"/>
            <a:chOff x="685800" y="1794746"/>
            <a:chExt cx="7772400" cy="179475"/>
          </a:xfrm>
        </p:grpSpPr>
        <p:sp>
          <p:nvSpPr>
            <p:cNvPr id="168" name="Google Shape;168;p25"/>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69" name="Google Shape;169;p25"/>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70" name="Google Shape;170;p25"/>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
        <p:nvSpPr>
          <p:cNvPr id="171" name="Google Shape;171;p25"/>
          <p:cNvSpPr txBox="1"/>
          <p:nvPr>
            <p:ph idx="1" type="body"/>
          </p:nvPr>
        </p:nvSpPr>
        <p:spPr>
          <a:xfrm>
            <a:off x="413550" y="0"/>
            <a:ext cx="10648951" cy="944563"/>
          </a:xfrm>
          <a:prstGeom prst="rect">
            <a:avLst/>
          </a:prstGeom>
          <a:noFill/>
          <a:ln>
            <a:noFill/>
          </a:ln>
        </p:spPr>
        <p:txBody>
          <a:bodyPr anchorCtr="0" anchor="ctr" bIns="45700" lIns="91425" spcFirstLastPara="1" rIns="91425" wrap="square" tIns="45700">
            <a:normAutofit/>
          </a:bodyPr>
          <a:lstStyle>
            <a:lvl1pPr indent="-228600" lvl="0" marL="457200" algn="l">
              <a:spcBef>
                <a:spcPts val="960"/>
              </a:spcBef>
              <a:spcAft>
                <a:spcPts val="0"/>
              </a:spcAft>
              <a:buSzPts val="4800"/>
              <a:buNone/>
              <a:defRPr sz="4800">
                <a:solidFill>
                  <a:schemeClr val="accent1"/>
                </a:solidFill>
              </a:defRPr>
            </a:lvl1pPr>
            <a:lvl2pPr indent="-228600" lvl="1" marL="914400" algn="l">
              <a:spcBef>
                <a:spcPts val="640"/>
              </a:spcBef>
              <a:spcAft>
                <a:spcPts val="0"/>
              </a:spcAft>
              <a:buSzPts val="3200"/>
              <a:buNone/>
              <a:defRPr/>
            </a:lvl2pPr>
            <a:lvl3pPr indent="-228600" lvl="2" marL="1371600" algn="l">
              <a:spcBef>
                <a:spcPts val="533"/>
              </a:spcBef>
              <a:spcAft>
                <a:spcPts val="0"/>
              </a:spcAft>
              <a:buSzPts val="2667"/>
              <a:buNone/>
              <a:defRPr/>
            </a:lvl3pPr>
            <a:lvl4pPr indent="-228600" lvl="3" marL="1828800" algn="l">
              <a:spcBef>
                <a:spcPts val="480"/>
              </a:spcBef>
              <a:spcAft>
                <a:spcPts val="0"/>
              </a:spcAft>
              <a:buSzPts val="2400"/>
              <a:buNone/>
              <a:defRPr/>
            </a:lvl4pPr>
            <a:lvl5pPr indent="-228600" lvl="4" marL="2286000" algn="l">
              <a:spcBef>
                <a:spcPts val="480"/>
              </a:spcBef>
              <a:spcAft>
                <a:spcPts val="0"/>
              </a:spcAft>
              <a:buSzPts val="2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2" name="Google Shape;172;p25"/>
          <p:cNvSpPr txBox="1"/>
          <p:nvPr>
            <p:ph idx="2" type="body"/>
          </p:nvPr>
        </p:nvSpPr>
        <p:spPr>
          <a:xfrm>
            <a:off x="4759720" y="3452814"/>
            <a:ext cx="2624667" cy="869949"/>
          </a:xfrm>
          <a:prstGeom prst="rect">
            <a:avLst/>
          </a:prstGeom>
          <a:noFill/>
          <a:ln>
            <a:noFill/>
          </a:ln>
        </p:spPr>
        <p:txBody>
          <a:bodyPr anchorCtr="0" anchor="ctr" bIns="45700" lIns="91425" spcFirstLastPara="1" rIns="91425" wrap="square" tIns="45700">
            <a:noAutofit/>
          </a:bodyPr>
          <a:lstStyle>
            <a:lvl1pPr indent="-228600" lvl="0" marL="457200" algn="ctr">
              <a:spcBef>
                <a:spcPts val="480"/>
              </a:spcBef>
              <a:spcAft>
                <a:spcPts val="0"/>
              </a:spcAft>
              <a:buSzPts val="2400"/>
              <a:buNone/>
              <a:defRPr sz="2400">
                <a:solidFill>
                  <a:schemeClr val="lt1"/>
                </a:solidFill>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3" name="Google Shape;173;p25"/>
          <p:cNvSpPr txBox="1"/>
          <p:nvPr>
            <p:ph idx="3" type="body"/>
          </p:nvPr>
        </p:nvSpPr>
        <p:spPr>
          <a:xfrm>
            <a:off x="7384387" y="3452814"/>
            <a:ext cx="2624667" cy="869949"/>
          </a:xfrm>
          <a:prstGeom prst="rect">
            <a:avLst/>
          </a:prstGeom>
          <a:noFill/>
          <a:ln>
            <a:noFill/>
          </a:ln>
        </p:spPr>
        <p:txBody>
          <a:bodyPr anchorCtr="0" anchor="ctr" bIns="45700" lIns="91425" spcFirstLastPara="1" rIns="91425" wrap="square" tIns="45700">
            <a:noAutofit/>
          </a:bodyPr>
          <a:lstStyle>
            <a:lvl1pPr indent="-228600" lvl="0" marL="457200" algn="ctr">
              <a:spcBef>
                <a:spcPts val="480"/>
              </a:spcBef>
              <a:spcAft>
                <a:spcPts val="0"/>
              </a:spcAft>
              <a:buSzPts val="2400"/>
              <a:buNone/>
              <a:defRPr sz="2400">
                <a:solidFill>
                  <a:srgbClr val="FFFFFF"/>
                </a:solidFill>
              </a:defRPr>
            </a:lvl1pPr>
            <a:lvl2pPr indent="-228600" lvl="1" marL="914400" algn="l">
              <a:spcBef>
                <a:spcPts val="640"/>
              </a:spcBef>
              <a:spcAft>
                <a:spcPts val="0"/>
              </a:spcAft>
              <a:buSzPts val="3200"/>
              <a:buNone/>
              <a:defRPr/>
            </a:lvl2pPr>
            <a:lvl3pPr indent="-228600" lvl="2" marL="1371600" algn="l">
              <a:spcBef>
                <a:spcPts val="533"/>
              </a:spcBef>
              <a:spcAft>
                <a:spcPts val="0"/>
              </a:spcAft>
              <a:buSzPts val="2667"/>
              <a:buNone/>
              <a:defRPr/>
            </a:lvl3pPr>
            <a:lvl4pPr indent="-228600" lvl="3" marL="1828800" algn="l">
              <a:spcBef>
                <a:spcPts val="480"/>
              </a:spcBef>
              <a:spcAft>
                <a:spcPts val="0"/>
              </a:spcAft>
              <a:buSzPts val="2400"/>
              <a:buNone/>
              <a:defRPr/>
            </a:lvl4pPr>
            <a:lvl5pPr indent="-228600" lvl="4" marL="2286000" algn="l">
              <a:spcBef>
                <a:spcPts val="480"/>
              </a:spcBef>
              <a:spcAft>
                <a:spcPts val="0"/>
              </a:spcAft>
              <a:buSzPts val="2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74" name="Shape 174"/>
        <p:cNvGrpSpPr/>
        <p:nvPr/>
      </p:nvGrpSpPr>
      <p:grpSpPr>
        <a:xfrm>
          <a:off x="0" y="0"/>
          <a:ext cx="0" cy="0"/>
          <a:chOff x="0" y="0"/>
          <a:chExt cx="0" cy="0"/>
        </a:xfrm>
      </p:grpSpPr>
      <p:sp>
        <p:nvSpPr>
          <p:cNvPr id="175" name="Google Shape;175;p26"/>
          <p:cNvSpPr/>
          <p:nvPr/>
        </p:nvSpPr>
        <p:spPr>
          <a:xfrm>
            <a:off x="319866" y="6110112"/>
            <a:ext cx="2972740" cy="520347"/>
          </a:xfrm>
          <a:prstGeom prst="rect">
            <a:avLst/>
          </a:prstGeom>
          <a:solidFill>
            <a:schemeClr val="l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76" name="Google Shape;176;p26"/>
          <p:cNvSpPr/>
          <p:nvPr>
            <p:ph idx="2" type="pic"/>
          </p:nvPr>
        </p:nvSpPr>
        <p:spPr>
          <a:xfrm>
            <a:off x="-20100" y="0"/>
            <a:ext cx="12248445" cy="5581101"/>
          </a:xfrm>
          <a:prstGeom prst="rect">
            <a:avLst/>
          </a:prstGeom>
          <a:noFill/>
          <a:ln>
            <a:noFill/>
          </a:ln>
        </p:spPr>
      </p:sp>
      <p:sp>
        <p:nvSpPr>
          <p:cNvPr id="177" name="Google Shape;177;p26"/>
          <p:cNvSpPr/>
          <p:nvPr/>
        </p:nvSpPr>
        <p:spPr>
          <a:xfrm>
            <a:off x="-56445" y="5644446"/>
            <a:ext cx="12323704" cy="1222095"/>
          </a:xfrm>
          <a:prstGeom prst="rect">
            <a:avLst/>
          </a:prstGeom>
          <a:solidFill>
            <a:schemeClr val="accent5"/>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78" name="Google Shape;178;p26"/>
          <p:cNvSpPr txBox="1"/>
          <p:nvPr>
            <p:ph idx="1" type="body"/>
          </p:nvPr>
        </p:nvSpPr>
        <p:spPr>
          <a:xfrm>
            <a:off x="621125" y="5961493"/>
            <a:ext cx="7751467" cy="607691"/>
          </a:xfrm>
          <a:prstGeom prst="rect">
            <a:avLst/>
          </a:prstGeom>
          <a:noFill/>
          <a:ln>
            <a:noFill/>
          </a:ln>
        </p:spPr>
        <p:txBody>
          <a:bodyPr anchorCtr="0" anchor="ctr" bIns="45700" lIns="91425" spcFirstLastPara="1" rIns="91425" wrap="square" tIns="45700">
            <a:normAutofit/>
          </a:bodyPr>
          <a:lstStyle>
            <a:lvl1pPr indent="-228600" lvl="0" marL="457200" algn="l">
              <a:spcBef>
                <a:spcPts val="480"/>
              </a:spcBef>
              <a:spcAft>
                <a:spcPts val="0"/>
              </a:spcAft>
              <a:buSzPts val="2400"/>
              <a:buNone/>
              <a:defRPr sz="2400">
                <a:solidFill>
                  <a:schemeClr val="lt1"/>
                </a:solidFill>
              </a:defRPr>
            </a:lvl1pPr>
            <a:lvl2pPr indent="-228600" lvl="1" marL="914400" algn="l">
              <a:spcBef>
                <a:spcPts val="320"/>
              </a:spcBef>
              <a:spcAft>
                <a:spcPts val="0"/>
              </a:spcAft>
              <a:buSzPts val="1600"/>
              <a:buNone/>
              <a:defRPr sz="1600"/>
            </a:lvl2pPr>
            <a:lvl3pPr indent="-228600" lvl="2" marL="1371600" algn="l">
              <a:spcBef>
                <a:spcPts val="267"/>
              </a:spcBef>
              <a:spcAft>
                <a:spcPts val="0"/>
              </a:spcAft>
              <a:buSzPts val="1333"/>
              <a:buNone/>
              <a:defRPr sz="1333"/>
            </a:lvl3pPr>
            <a:lvl4pPr indent="-228600" lvl="3" marL="1828800" algn="l">
              <a:spcBef>
                <a:spcPts val="240"/>
              </a:spcBef>
              <a:spcAft>
                <a:spcPts val="0"/>
              </a:spcAft>
              <a:buSzPts val="1200"/>
              <a:buNone/>
              <a:defRPr sz="1200"/>
            </a:lvl4pPr>
            <a:lvl5pPr indent="-228600" lvl="4" marL="2286000" algn="l">
              <a:spcBef>
                <a:spcPts val="240"/>
              </a:spcBef>
              <a:spcAft>
                <a:spcPts val="0"/>
              </a:spcAft>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179" name="Google Shape;179;p26"/>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lt1"/>
                </a:solidFill>
                <a:latin typeface="Gill Sans"/>
                <a:ea typeface="Gill Sans"/>
                <a:cs typeface="Gill Sans"/>
                <a:sym typeface="Gill Sans"/>
              </a:defRPr>
            </a:lvl1pPr>
            <a:lvl2pPr indent="0" lvl="1" marL="0" algn="r">
              <a:spcBef>
                <a:spcPts val="0"/>
              </a:spcBef>
              <a:buNone/>
              <a:defRPr b="0" i="0" sz="1600" u="none" cap="none" strike="noStrike">
                <a:solidFill>
                  <a:schemeClr val="lt1"/>
                </a:solidFill>
                <a:latin typeface="Gill Sans"/>
                <a:ea typeface="Gill Sans"/>
                <a:cs typeface="Gill Sans"/>
                <a:sym typeface="Gill Sans"/>
              </a:defRPr>
            </a:lvl2pPr>
            <a:lvl3pPr indent="0" lvl="2" marL="0" algn="r">
              <a:spcBef>
                <a:spcPts val="0"/>
              </a:spcBef>
              <a:buNone/>
              <a:defRPr b="0" i="0" sz="1600" u="none" cap="none" strike="noStrike">
                <a:solidFill>
                  <a:schemeClr val="lt1"/>
                </a:solidFill>
                <a:latin typeface="Gill Sans"/>
                <a:ea typeface="Gill Sans"/>
                <a:cs typeface="Gill Sans"/>
                <a:sym typeface="Gill Sans"/>
              </a:defRPr>
            </a:lvl3pPr>
            <a:lvl4pPr indent="0" lvl="3" marL="0" algn="r">
              <a:spcBef>
                <a:spcPts val="0"/>
              </a:spcBef>
              <a:buNone/>
              <a:defRPr b="0" i="0" sz="1600" u="none" cap="none" strike="noStrike">
                <a:solidFill>
                  <a:schemeClr val="lt1"/>
                </a:solidFill>
                <a:latin typeface="Gill Sans"/>
                <a:ea typeface="Gill Sans"/>
                <a:cs typeface="Gill Sans"/>
                <a:sym typeface="Gill Sans"/>
              </a:defRPr>
            </a:lvl4pPr>
            <a:lvl5pPr indent="0" lvl="4" marL="0" algn="r">
              <a:spcBef>
                <a:spcPts val="0"/>
              </a:spcBef>
              <a:buNone/>
              <a:defRPr b="0" i="0" sz="1600" u="none" cap="none" strike="noStrike">
                <a:solidFill>
                  <a:schemeClr val="lt1"/>
                </a:solidFill>
                <a:latin typeface="Gill Sans"/>
                <a:ea typeface="Gill Sans"/>
                <a:cs typeface="Gill Sans"/>
                <a:sym typeface="Gill Sans"/>
              </a:defRPr>
            </a:lvl5pPr>
            <a:lvl6pPr indent="0" lvl="5" marL="0" algn="r">
              <a:spcBef>
                <a:spcPts val="0"/>
              </a:spcBef>
              <a:buNone/>
              <a:defRPr b="0" i="0" sz="1600" u="none" cap="none" strike="noStrike">
                <a:solidFill>
                  <a:schemeClr val="lt1"/>
                </a:solidFill>
                <a:latin typeface="Gill Sans"/>
                <a:ea typeface="Gill Sans"/>
                <a:cs typeface="Gill Sans"/>
                <a:sym typeface="Gill Sans"/>
              </a:defRPr>
            </a:lvl6pPr>
            <a:lvl7pPr indent="0" lvl="6" marL="0" algn="r">
              <a:spcBef>
                <a:spcPts val="0"/>
              </a:spcBef>
              <a:buNone/>
              <a:defRPr b="0" i="0" sz="1600" u="none" cap="none" strike="noStrike">
                <a:solidFill>
                  <a:schemeClr val="lt1"/>
                </a:solidFill>
                <a:latin typeface="Gill Sans"/>
                <a:ea typeface="Gill Sans"/>
                <a:cs typeface="Gill Sans"/>
                <a:sym typeface="Gill Sans"/>
              </a:defRPr>
            </a:lvl7pPr>
            <a:lvl8pPr indent="0" lvl="7" marL="0" algn="r">
              <a:spcBef>
                <a:spcPts val="0"/>
              </a:spcBef>
              <a:buNone/>
              <a:defRPr b="0" i="0" sz="1600" u="none" cap="none" strike="noStrike">
                <a:solidFill>
                  <a:schemeClr val="lt1"/>
                </a:solidFill>
                <a:latin typeface="Gill Sans"/>
                <a:ea typeface="Gill Sans"/>
                <a:cs typeface="Gill Sans"/>
                <a:sym typeface="Gill Sans"/>
              </a:defRPr>
            </a:lvl8pPr>
            <a:lvl9pPr indent="0" lvl="8" marL="0" algn="r">
              <a:spcBef>
                <a:spcPts val="0"/>
              </a:spcBef>
              <a:buNone/>
              <a:defRPr b="0" i="0" sz="1600" u="none" cap="none" strike="noStrike">
                <a:solidFill>
                  <a:schemeClr val="l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180" name="Google Shape;180;p26"/>
          <p:cNvGrpSpPr/>
          <p:nvPr/>
        </p:nvGrpSpPr>
        <p:grpSpPr>
          <a:xfrm>
            <a:off x="-56445" y="5581102"/>
            <a:ext cx="12271023" cy="63343"/>
            <a:chOff x="685800" y="1794746"/>
            <a:chExt cx="7772400" cy="179475"/>
          </a:xfrm>
        </p:grpSpPr>
        <p:sp>
          <p:nvSpPr>
            <p:cNvPr id="181" name="Google Shape;181;p26"/>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82" name="Google Shape;182;p26"/>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83" name="Google Shape;183;p26"/>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84" name="Shape 184"/>
        <p:cNvGrpSpPr/>
        <p:nvPr/>
      </p:nvGrpSpPr>
      <p:grpSpPr>
        <a:xfrm>
          <a:off x="0" y="0"/>
          <a:ext cx="0" cy="0"/>
          <a:chOff x="0" y="0"/>
          <a:chExt cx="0" cy="0"/>
        </a:xfrm>
      </p:grpSpPr>
      <p:sp>
        <p:nvSpPr>
          <p:cNvPr id="185" name="Google Shape;185;p27"/>
          <p:cNvSpPr/>
          <p:nvPr/>
        </p:nvSpPr>
        <p:spPr>
          <a:xfrm>
            <a:off x="416626" y="6124625"/>
            <a:ext cx="2972740" cy="704347"/>
          </a:xfrm>
          <a:prstGeom prst="rect">
            <a:avLst/>
          </a:prstGeom>
          <a:solidFill>
            <a:schemeClr val="l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86" name="Google Shape;186;p27"/>
          <p:cNvSpPr/>
          <p:nvPr>
            <p:ph idx="2" type="pic"/>
          </p:nvPr>
        </p:nvSpPr>
        <p:spPr>
          <a:xfrm>
            <a:off x="-19756" y="0"/>
            <a:ext cx="12248445" cy="5581101"/>
          </a:xfrm>
          <a:prstGeom prst="rect">
            <a:avLst/>
          </a:prstGeom>
          <a:noFill/>
          <a:ln>
            <a:noFill/>
          </a:ln>
        </p:spPr>
      </p:sp>
      <p:sp>
        <p:nvSpPr>
          <p:cNvPr id="187" name="Google Shape;187;p27"/>
          <p:cNvSpPr txBox="1"/>
          <p:nvPr>
            <p:ph idx="1" type="body"/>
          </p:nvPr>
        </p:nvSpPr>
        <p:spPr>
          <a:xfrm>
            <a:off x="621125" y="5961493"/>
            <a:ext cx="7751467" cy="607691"/>
          </a:xfrm>
          <a:prstGeom prst="rect">
            <a:avLst/>
          </a:prstGeom>
          <a:noFill/>
          <a:ln>
            <a:noFill/>
          </a:ln>
        </p:spPr>
        <p:txBody>
          <a:bodyPr anchorCtr="0" anchor="ctr" bIns="45700" lIns="91425" spcFirstLastPara="1" rIns="91425" wrap="square" tIns="45700">
            <a:normAutofit/>
          </a:bodyPr>
          <a:lstStyle>
            <a:lvl1pPr indent="-228600" lvl="0" marL="457200" algn="l">
              <a:spcBef>
                <a:spcPts val="480"/>
              </a:spcBef>
              <a:spcAft>
                <a:spcPts val="0"/>
              </a:spcAft>
              <a:buSzPts val="2400"/>
              <a:buNone/>
              <a:defRPr sz="2400">
                <a:solidFill>
                  <a:schemeClr val="accent6"/>
                </a:solidFill>
              </a:defRPr>
            </a:lvl1pPr>
            <a:lvl2pPr indent="-228600" lvl="1" marL="914400" algn="l">
              <a:spcBef>
                <a:spcPts val="320"/>
              </a:spcBef>
              <a:spcAft>
                <a:spcPts val="0"/>
              </a:spcAft>
              <a:buSzPts val="1600"/>
              <a:buNone/>
              <a:defRPr sz="1600"/>
            </a:lvl2pPr>
            <a:lvl3pPr indent="-228600" lvl="2" marL="1371600" algn="l">
              <a:spcBef>
                <a:spcPts val="267"/>
              </a:spcBef>
              <a:spcAft>
                <a:spcPts val="0"/>
              </a:spcAft>
              <a:buSzPts val="1333"/>
              <a:buNone/>
              <a:defRPr sz="1333"/>
            </a:lvl3pPr>
            <a:lvl4pPr indent="-228600" lvl="3" marL="1828800" algn="l">
              <a:spcBef>
                <a:spcPts val="240"/>
              </a:spcBef>
              <a:spcAft>
                <a:spcPts val="0"/>
              </a:spcAft>
              <a:buSzPts val="1200"/>
              <a:buNone/>
              <a:defRPr sz="1200"/>
            </a:lvl4pPr>
            <a:lvl5pPr indent="-228600" lvl="4" marL="2286000" algn="l">
              <a:spcBef>
                <a:spcPts val="240"/>
              </a:spcBef>
              <a:spcAft>
                <a:spcPts val="0"/>
              </a:spcAft>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188" name="Google Shape;188;p27"/>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189" name="Google Shape;189;p27"/>
          <p:cNvGrpSpPr/>
          <p:nvPr/>
        </p:nvGrpSpPr>
        <p:grpSpPr>
          <a:xfrm>
            <a:off x="-56445" y="5581102"/>
            <a:ext cx="12271023" cy="63343"/>
            <a:chOff x="685800" y="1794746"/>
            <a:chExt cx="7772400" cy="179475"/>
          </a:xfrm>
        </p:grpSpPr>
        <p:sp>
          <p:nvSpPr>
            <p:cNvPr id="190" name="Google Shape;190;p27"/>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91" name="Google Shape;191;p27"/>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192" name="Google Shape;192;p27"/>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icture with Caption">
  <p:cSld name="2_Picture with Caption">
    <p:spTree>
      <p:nvGrpSpPr>
        <p:cNvPr id="193" name="Shape 193"/>
        <p:cNvGrpSpPr/>
        <p:nvPr/>
      </p:nvGrpSpPr>
      <p:grpSpPr>
        <a:xfrm>
          <a:off x="0" y="0"/>
          <a:ext cx="0" cy="0"/>
          <a:chOff x="0" y="0"/>
          <a:chExt cx="0" cy="0"/>
        </a:xfrm>
      </p:grpSpPr>
      <p:sp>
        <p:nvSpPr>
          <p:cNvPr id="194" name="Google Shape;194;p28"/>
          <p:cNvSpPr/>
          <p:nvPr/>
        </p:nvSpPr>
        <p:spPr>
          <a:xfrm>
            <a:off x="485065" y="6071525"/>
            <a:ext cx="2972740" cy="786476"/>
          </a:xfrm>
          <a:prstGeom prst="rect">
            <a:avLst/>
          </a:prstGeom>
          <a:solidFill>
            <a:schemeClr val="l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95" name="Google Shape;195;p28"/>
          <p:cNvSpPr/>
          <p:nvPr>
            <p:ph idx="2" type="pic"/>
          </p:nvPr>
        </p:nvSpPr>
        <p:spPr>
          <a:xfrm>
            <a:off x="-33867" y="1348782"/>
            <a:ext cx="12248445" cy="5517759"/>
          </a:xfrm>
          <a:prstGeom prst="rect">
            <a:avLst/>
          </a:prstGeom>
          <a:noFill/>
          <a:ln>
            <a:noFill/>
          </a:ln>
        </p:spPr>
      </p:sp>
      <p:sp>
        <p:nvSpPr>
          <p:cNvPr id="196" name="Google Shape;196;p28"/>
          <p:cNvSpPr/>
          <p:nvPr/>
        </p:nvSpPr>
        <p:spPr>
          <a:xfrm>
            <a:off x="-28223" y="-4390"/>
            <a:ext cx="12238357" cy="1289827"/>
          </a:xfrm>
          <a:prstGeom prst="rect">
            <a:avLst/>
          </a:prstGeom>
          <a:solidFill>
            <a:schemeClr val="accent5"/>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197" name="Google Shape;197;p28"/>
          <p:cNvSpPr txBox="1"/>
          <p:nvPr>
            <p:ph idx="1" type="body"/>
          </p:nvPr>
        </p:nvSpPr>
        <p:spPr>
          <a:xfrm>
            <a:off x="621125" y="308580"/>
            <a:ext cx="10961275" cy="607691"/>
          </a:xfrm>
          <a:prstGeom prst="rect">
            <a:avLst/>
          </a:prstGeom>
          <a:noFill/>
          <a:ln>
            <a:noFill/>
          </a:ln>
        </p:spPr>
        <p:txBody>
          <a:bodyPr anchorCtr="0" anchor="ctr" bIns="45700" lIns="91425" spcFirstLastPara="1" rIns="91425" wrap="square" tIns="45700">
            <a:normAutofit/>
          </a:bodyPr>
          <a:lstStyle>
            <a:lvl1pPr indent="-228600" lvl="0" marL="457200" algn="l">
              <a:spcBef>
                <a:spcPts val="747"/>
              </a:spcBef>
              <a:spcAft>
                <a:spcPts val="0"/>
              </a:spcAft>
              <a:buSzPts val="3733"/>
              <a:buNone/>
              <a:defRPr sz="3733">
                <a:solidFill>
                  <a:schemeClr val="lt1"/>
                </a:solidFill>
              </a:defRPr>
            </a:lvl1pPr>
            <a:lvl2pPr indent="-228600" lvl="1" marL="914400" algn="l">
              <a:spcBef>
                <a:spcPts val="320"/>
              </a:spcBef>
              <a:spcAft>
                <a:spcPts val="0"/>
              </a:spcAft>
              <a:buSzPts val="1600"/>
              <a:buNone/>
              <a:defRPr sz="1600"/>
            </a:lvl2pPr>
            <a:lvl3pPr indent="-228600" lvl="2" marL="1371600" algn="l">
              <a:spcBef>
                <a:spcPts val="267"/>
              </a:spcBef>
              <a:spcAft>
                <a:spcPts val="0"/>
              </a:spcAft>
              <a:buSzPts val="1333"/>
              <a:buNone/>
              <a:defRPr sz="1333"/>
            </a:lvl3pPr>
            <a:lvl4pPr indent="-228600" lvl="3" marL="1828800" algn="l">
              <a:spcBef>
                <a:spcPts val="240"/>
              </a:spcBef>
              <a:spcAft>
                <a:spcPts val="0"/>
              </a:spcAft>
              <a:buSzPts val="1200"/>
              <a:buNone/>
              <a:defRPr sz="1200"/>
            </a:lvl4pPr>
            <a:lvl5pPr indent="-228600" lvl="4" marL="2286000" algn="l">
              <a:spcBef>
                <a:spcPts val="240"/>
              </a:spcBef>
              <a:spcAft>
                <a:spcPts val="0"/>
              </a:spcAft>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198" name="Google Shape;198;p28"/>
          <p:cNvSpPr txBox="1"/>
          <p:nvPr>
            <p:ph idx="12" type="sldNum"/>
          </p:nvPr>
        </p:nvSpPr>
        <p:spPr>
          <a:xfrm>
            <a:off x="8737600" y="6265332"/>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chemeClr val="accent5"/>
                </a:solidFill>
                <a:latin typeface="Gill Sans"/>
                <a:ea typeface="Gill Sans"/>
                <a:cs typeface="Gill Sans"/>
                <a:sym typeface="Gill Sans"/>
              </a:defRPr>
            </a:lvl1pPr>
            <a:lvl2pPr indent="0" lvl="1" marL="0" algn="r">
              <a:spcBef>
                <a:spcPts val="0"/>
              </a:spcBef>
              <a:buNone/>
              <a:defRPr b="0" i="0" sz="1600" u="none" cap="none" strike="noStrike">
                <a:solidFill>
                  <a:schemeClr val="accent5"/>
                </a:solidFill>
                <a:latin typeface="Gill Sans"/>
                <a:ea typeface="Gill Sans"/>
                <a:cs typeface="Gill Sans"/>
                <a:sym typeface="Gill Sans"/>
              </a:defRPr>
            </a:lvl2pPr>
            <a:lvl3pPr indent="0" lvl="2" marL="0" algn="r">
              <a:spcBef>
                <a:spcPts val="0"/>
              </a:spcBef>
              <a:buNone/>
              <a:defRPr b="0" i="0" sz="1600" u="none" cap="none" strike="noStrike">
                <a:solidFill>
                  <a:schemeClr val="accent5"/>
                </a:solidFill>
                <a:latin typeface="Gill Sans"/>
                <a:ea typeface="Gill Sans"/>
                <a:cs typeface="Gill Sans"/>
                <a:sym typeface="Gill Sans"/>
              </a:defRPr>
            </a:lvl3pPr>
            <a:lvl4pPr indent="0" lvl="3" marL="0" algn="r">
              <a:spcBef>
                <a:spcPts val="0"/>
              </a:spcBef>
              <a:buNone/>
              <a:defRPr b="0" i="0" sz="1600" u="none" cap="none" strike="noStrike">
                <a:solidFill>
                  <a:schemeClr val="accent5"/>
                </a:solidFill>
                <a:latin typeface="Gill Sans"/>
                <a:ea typeface="Gill Sans"/>
                <a:cs typeface="Gill Sans"/>
                <a:sym typeface="Gill Sans"/>
              </a:defRPr>
            </a:lvl4pPr>
            <a:lvl5pPr indent="0" lvl="4" marL="0" algn="r">
              <a:spcBef>
                <a:spcPts val="0"/>
              </a:spcBef>
              <a:buNone/>
              <a:defRPr b="0" i="0" sz="1600" u="none" cap="none" strike="noStrike">
                <a:solidFill>
                  <a:schemeClr val="accent5"/>
                </a:solidFill>
                <a:latin typeface="Gill Sans"/>
                <a:ea typeface="Gill Sans"/>
                <a:cs typeface="Gill Sans"/>
                <a:sym typeface="Gill Sans"/>
              </a:defRPr>
            </a:lvl5pPr>
            <a:lvl6pPr indent="0" lvl="5" marL="0" algn="r">
              <a:spcBef>
                <a:spcPts val="0"/>
              </a:spcBef>
              <a:buNone/>
              <a:defRPr b="0" i="0" sz="1600" u="none" cap="none" strike="noStrike">
                <a:solidFill>
                  <a:schemeClr val="accent5"/>
                </a:solidFill>
                <a:latin typeface="Gill Sans"/>
                <a:ea typeface="Gill Sans"/>
                <a:cs typeface="Gill Sans"/>
                <a:sym typeface="Gill Sans"/>
              </a:defRPr>
            </a:lvl6pPr>
            <a:lvl7pPr indent="0" lvl="6" marL="0" algn="r">
              <a:spcBef>
                <a:spcPts val="0"/>
              </a:spcBef>
              <a:buNone/>
              <a:defRPr b="0" i="0" sz="1600" u="none" cap="none" strike="noStrike">
                <a:solidFill>
                  <a:schemeClr val="accent5"/>
                </a:solidFill>
                <a:latin typeface="Gill Sans"/>
                <a:ea typeface="Gill Sans"/>
                <a:cs typeface="Gill Sans"/>
                <a:sym typeface="Gill Sans"/>
              </a:defRPr>
            </a:lvl7pPr>
            <a:lvl8pPr indent="0" lvl="7" marL="0" algn="r">
              <a:spcBef>
                <a:spcPts val="0"/>
              </a:spcBef>
              <a:buNone/>
              <a:defRPr b="0" i="0" sz="1600" u="none" cap="none" strike="noStrike">
                <a:solidFill>
                  <a:schemeClr val="accent5"/>
                </a:solidFill>
                <a:latin typeface="Gill Sans"/>
                <a:ea typeface="Gill Sans"/>
                <a:cs typeface="Gill Sans"/>
                <a:sym typeface="Gill Sans"/>
              </a:defRPr>
            </a:lvl8pPr>
            <a:lvl9pPr indent="0" lvl="8" marL="0" algn="r">
              <a:spcBef>
                <a:spcPts val="0"/>
              </a:spcBef>
              <a:buNone/>
              <a:defRPr b="0" i="0" sz="1600" u="none" cap="none" strike="noStrike">
                <a:solidFill>
                  <a:schemeClr val="accent5"/>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199" name="Google Shape;199;p28"/>
          <p:cNvGrpSpPr/>
          <p:nvPr/>
        </p:nvGrpSpPr>
        <p:grpSpPr>
          <a:xfrm>
            <a:off x="-28224" y="1285438"/>
            <a:ext cx="12234445" cy="63343"/>
            <a:chOff x="685800" y="1794746"/>
            <a:chExt cx="7772400" cy="179475"/>
          </a:xfrm>
        </p:grpSpPr>
        <p:sp>
          <p:nvSpPr>
            <p:cNvPr id="200" name="Google Shape;200;p28"/>
            <p:cNvSpPr/>
            <p:nvPr/>
          </p:nvSpPr>
          <p:spPr>
            <a:xfrm>
              <a:off x="685800" y="1794746"/>
              <a:ext cx="1170819" cy="179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Gill Sans"/>
                <a:ea typeface="Gill Sans"/>
                <a:cs typeface="Gill Sans"/>
                <a:sym typeface="Gill Sans"/>
              </a:endParaRPr>
            </a:p>
          </p:txBody>
        </p:sp>
        <p:sp>
          <p:nvSpPr>
            <p:cNvPr id="201" name="Google Shape;201;p28"/>
            <p:cNvSpPr/>
            <p:nvPr/>
          </p:nvSpPr>
          <p:spPr>
            <a:xfrm>
              <a:off x="1856619" y="1794746"/>
              <a:ext cx="2206599" cy="1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sp>
          <p:nvSpPr>
            <p:cNvPr id="202" name="Google Shape;202;p28"/>
            <p:cNvSpPr/>
            <p:nvPr/>
          </p:nvSpPr>
          <p:spPr>
            <a:xfrm>
              <a:off x="4063218" y="1794746"/>
              <a:ext cx="4394982" cy="17947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33" u="none" cap="none" strike="noStrike">
                <a:solidFill>
                  <a:schemeClr val="lt1"/>
                </a:solidFill>
                <a:latin typeface="Gill Sans"/>
                <a:ea typeface="Gill Sans"/>
                <a:cs typeface="Gill Sans"/>
                <a:sym typeface="Gill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1-line-bluetext-colorshield.png" id="6" name="Google Shape;6;p11"/>
          <p:cNvPicPr preferRelativeResize="0"/>
          <p:nvPr/>
        </p:nvPicPr>
        <p:blipFill rotWithShape="1">
          <a:blip r:embed="rId1">
            <a:alphaModFix/>
          </a:blip>
          <a:srcRect b="0" l="0" r="0" t="0"/>
          <a:stretch/>
        </p:blipFill>
        <p:spPr>
          <a:xfrm>
            <a:off x="609600" y="6265337"/>
            <a:ext cx="2412123" cy="463296"/>
          </a:xfrm>
          <a:prstGeom prst="rect">
            <a:avLst/>
          </a:prstGeom>
          <a:noFill/>
          <a:ln>
            <a:noFill/>
          </a:ln>
        </p:spPr>
      </p:pic>
      <p:sp>
        <p:nvSpPr>
          <p:cNvPr id="7" name="Google Shape;7;p11"/>
          <p:cNvSpPr txBox="1"/>
          <p:nvPr>
            <p:ph idx="1" type="body"/>
          </p:nvPr>
        </p:nvSpPr>
        <p:spPr>
          <a:xfrm>
            <a:off x="573952" y="1372944"/>
            <a:ext cx="10972800" cy="4525963"/>
          </a:xfrm>
          <a:prstGeom prst="rect">
            <a:avLst/>
          </a:prstGeom>
          <a:noFill/>
          <a:ln>
            <a:noFill/>
          </a:ln>
        </p:spPr>
        <p:txBody>
          <a:bodyPr anchorCtr="0" anchor="t" bIns="45700" lIns="91425" spcFirstLastPara="1" rIns="91425" wrap="square" tIns="45700">
            <a:normAutofit/>
          </a:bodyPr>
          <a:lstStyle>
            <a:lvl1pPr indent="-465645" lvl="0" marL="457200" marR="0" rtl="0" algn="l">
              <a:spcBef>
                <a:spcPts val="747"/>
              </a:spcBef>
              <a:spcAft>
                <a:spcPts val="0"/>
              </a:spcAft>
              <a:buClr>
                <a:schemeClr val="dk1"/>
              </a:buClr>
              <a:buSzPts val="3733"/>
              <a:buFont typeface="Arial"/>
              <a:buChar char="•"/>
              <a:defRPr b="0" i="0" sz="3733" u="none" cap="none" strike="noStrike">
                <a:solidFill>
                  <a:schemeClr val="accent6"/>
                </a:solidFill>
                <a:latin typeface="Gill Sans"/>
                <a:ea typeface="Gill Sans"/>
                <a:cs typeface="Gill Sans"/>
                <a:sym typeface="Gill Sans"/>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accent6"/>
                </a:solidFill>
                <a:latin typeface="Gill Sans"/>
                <a:ea typeface="Gill Sans"/>
                <a:cs typeface="Gill Sans"/>
                <a:sym typeface="Gill Sans"/>
              </a:defRPr>
            </a:lvl2pPr>
            <a:lvl3pPr indent="-397954" lvl="2" marL="1371600" marR="0" rtl="0" algn="l">
              <a:spcBef>
                <a:spcPts val="533"/>
              </a:spcBef>
              <a:spcAft>
                <a:spcPts val="0"/>
              </a:spcAft>
              <a:buClr>
                <a:schemeClr val="dk1"/>
              </a:buClr>
              <a:buSzPts val="2667"/>
              <a:buFont typeface="Arial"/>
              <a:buChar char="•"/>
              <a:defRPr b="0" i="0" sz="2667" u="none" cap="none" strike="noStrike">
                <a:solidFill>
                  <a:schemeClr val="accent6"/>
                </a:solidFill>
                <a:latin typeface="Gill Sans"/>
                <a:ea typeface="Gill Sans"/>
                <a:cs typeface="Gill Sans"/>
                <a:sym typeface="Gill Sans"/>
              </a:defRPr>
            </a:lvl3pPr>
            <a:lvl4pPr indent="-381000" lvl="3" marL="1828800" marR="0" rtl="0" algn="l">
              <a:spcBef>
                <a:spcPts val="480"/>
              </a:spcBef>
              <a:spcAft>
                <a:spcPts val="0"/>
              </a:spcAft>
              <a:buClr>
                <a:schemeClr val="dk1"/>
              </a:buClr>
              <a:buSzPts val="2400"/>
              <a:buFont typeface="Arial"/>
              <a:buChar char="–"/>
              <a:defRPr b="0" i="0" sz="2400" u="none" cap="none" strike="noStrike">
                <a:solidFill>
                  <a:schemeClr val="accent6"/>
                </a:solidFill>
                <a:latin typeface="Gill Sans"/>
                <a:ea typeface="Gill Sans"/>
                <a:cs typeface="Gill Sans"/>
                <a:sym typeface="Gill Sans"/>
              </a:defRPr>
            </a:lvl4pPr>
            <a:lvl5pPr indent="-381000" lvl="4" marL="2286000" marR="0" rtl="0" algn="l">
              <a:spcBef>
                <a:spcPts val="480"/>
              </a:spcBef>
              <a:spcAft>
                <a:spcPts val="0"/>
              </a:spcAft>
              <a:buClr>
                <a:schemeClr val="dk1"/>
              </a:buClr>
              <a:buSzPts val="2400"/>
              <a:buFont typeface="Arial"/>
              <a:buChar char="»"/>
              <a:defRPr b="0" i="0" sz="2400" u="none" cap="none" strike="noStrike">
                <a:solidFill>
                  <a:schemeClr val="accent6"/>
                </a:solidFill>
                <a:latin typeface="Gill Sans"/>
                <a:ea typeface="Gill Sans"/>
                <a:cs typeface="Gill Sans"/>
                <a:sym typeface="Gill Sans"/>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Gill Sans"/>
                <a:ea typeface="Gill Sans"/>
                <a:cs typeface="Gill Sans"/>
                <a:sym typeface="Gill Sans"/>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Gill Sans"/>
                <a:ea typeface="Gill Sans"/>
                <a:cs typeface="Gill Sans"/>
                <a:sym typeface="Gill Sans"/>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Gill Sans"/>
                <a:ea typeface="Gill Sans"/>
                <a:cs typeface="Gill Sans"/>
                <a:sym typeface="Gill Sans"/>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Gill Sans"/>
                <a:ea typeface="Gill Sans"/>
                <a:cs typeface="Gill Sans"/>
                <a:sym typeface="Gill Sans"/>
              </a:defRPr>
            </a:lvl9pPr>
          </a:lstStyle>
          <a:p/>
        </p:txBody>
      </p:sp>
      <p:sp>
        <p:nvSpPr>
          <p:cNvPr id="8" name="Google Shape;8;p11"/>
          <p:cNvSpPr txBox="1"/>
          <p:nvPr>
            <p:ph idx="11" type="ftr"/>
          </p:nvPr>
        </p:nvSpPr>
        <p:spPr>
          <a:xfrm>
            <a:off x="4165600" y="6356352"/>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600" u="none" cap="none" strike="noStrike">
                <a:solidFill>
                  <a:srgbClr val="888894"/>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11"/>
          <p:cNvSpPr txBox="1"/>
          <p:nvPr>
            <p:ph idx="12" type="sldNum"/>
          </p:nvPr>
        </p:nvSpPr>
        <p:spPr>
          <a:xfrm>
            <a:off x="8737600" y="6356352"/>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rgbClr val="888894"/>
                </a:solidFill>
                <a:latin typeface="Gill Sans"/>
                <a:ea typeface="Gill Sans"/>
                <a:cs typeface="Gill Sans"/>
                <a:sym typeface="Gill Sans"/>
              </a:defRPr>
            </a:lvl1pPr>
            <a:lvl2pPr indent="0" lvl="1" marL="0" marR="0" rtl="0" algn="r">
              <a:spcBef>
                <a:spcPts val="0"/>
              </a:spcBef>
              <a:buNone/>
              <a:defRPr b="0" i="0" sz="1600" u="none" cap="none" strike="noStrike">
                <a:solidFill>
                  <a:srgbClr val="888894"/>
                </a:solidFill>
                <a:latin typeface="Gill Sans"/>
                <a:ea typeface="Gill Sans"/>
                <a:cs typeface="Gill Sans"/>
                <a:sym typeface="Gill Sans"/>
              </a:defRPr>
            </a:lvl2pPr>
            <a:lvl3pPr indent="0" lvl="2" marL="0" marR="0" rtl="0" algn="r">
              <a:spcBef>
                <a:spcPts val="0"/>
              </a:spcBef>
              <a:buNone/>
              <a:defRPr b="0" i="0" sz="1600" u="none" cap="none" strike="noStrike">
                <a:solidFill>
                  <a:srgbClr val="888894"/>
                </a:solidFill>
                <a:latin typeface="Gill Sans"/>
                <a:ea typeface="Gill Sans"/>
                <a:cs typeface="Gill Sans"/>
                <a:sym typeface="Gill Sans"/>
              </a:defRPr>
            </a:lvl3pPr>
            <a:lvl4pPr indent="0" lvl="3" marL="0" marR="0" rtl="0" algn="r">
              <a:spcBef>
                <a:spcPts val="0"/>
              </a:spcBef>
              <a:buNone/>
              <a:defRPr b="0" i="0" sz="1600" u="none" cap="none" strike="noStrike">
                <a:solidFill>
                  <a:srgbClr val="888894"/>
                </a:solidFill>
                <a:latin typeface="Gill Sans"/>
                <a:ea typeface="Gill Sans"/>
                <a:cs typeface="Gill Sans"/>
                <a:sym typeface="Gill Sans"/>
              </a:defRPr>
            </a:lvl4pPr>
            <a:lvl5pPr indent="0" lvl="4" marL="0" marR="0" rtl="0" algn="r">
              <a:spcBef>
                <a:spcPts val="0"/>
              </a:spcBef>
              <a:buNone/>
              <a:defRPr b="0" i="0" sz="1600" u="none" cap="none" strike="noStrike">
                <a:solidFill>
                  <a:srgbClr val="888894"/>
                </a:solidFill>
                <a:latin typeface="Gill Sans"/>
                <a:ea typeface="Gill Sans"/>
                <a:cs typeface="Gill Sans"/>
                <a:sym typeface="Gill Sans"/>
              </a:defRPr>
            </a:lvl5pPr>
            <a:lvl6pPr indent="0" lvl="5" marL="0" marR="0" rtl="0" algn="r">
              <a:spcBef>
                <a:spcPts val="0"/>
              </a:spcBef>
              <a:buNone/>
              <a:defRPr b="0" i="0" sz="1600" u="none" cap="none" strike="noStrike">
                <a:solidFill>
                  <a:srgbClr val="888894"/>
                </a:solidFill>
                <a:latin typeface="Gill Sans"/>
                <a:ea typeface="Gill Sans"/>
                <a:cs typeface="Gill Sans"/>
                <a:sym typeface="Gill Sans"/>
              </a:defRPr>
            </a:lvl6pPr>
            <a:lvl7pPr indent="0" lvl="6" marL="0" marR="0" rtl="0" algn="r">
              <a:spcBef>
                <a:spcPts val="0"/>
              </a:spcBef>
              <a:buNone/>
              <a:defRPr b="0" i="0" sz="1600" u="none" cap="none" strike="noStrike">
                <a:solidFill>
                  <a:srgbClr val="888894"/>
                </a:solidFill>
                <a:latin typeface="Gill Sans"/>
                <a:ea typeface="Gill Sans"/>
                <a:cs typeface="Gill Sans"/>
                <a:sym typeface="Gill Sans"/>
              </a:defRPr>
            </a:lvl7pPr>
            <a:lvl8pPr indent="0" lvl="7" marL="0" marR="0" rtl="0" algn="r">
              <a:spcBef>
                <a:spcPts val="0"/>
              </a:spcBef>
              <a:buNone/>
              <a:defRPr b="0" i="0" sz="1600" u="none" cap="none" strike="noStrike">
                <a:solidFill>
                  <a:srgbClr val="888894"/>
                </a:solidFill>
                <a:latin typeface="Gill Sans"/>
                <a:ea typeface="Gill Sans"/>
                <a:cs typeface="Gill Sans"/>
                <a:sym typeface="Gill Sans"/>
              </a:defRPr>
            </a:lvl8pPr>
            <a:lvl9pPr indent="0" lvl="8" marL="0" marR="0" rtl="0" algn="r">
              <a:spcBef>
                <a:spcPts val="0"/>
              </a:spcBef>
              <a:buNone/>
              <a:defRPr b="0" i="0" sz="1600" u="none" cap="none" strike="noStrike">
                <a:solidFill>
                  <a:srgbClr val="888894"/>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11"/>
          <p:cNvSpPr txBox="1"/>
          <p:nvPr>
            <p:ph type="title"/>
          </p:nvPr>
        </p:nvSpPr>
        <p:spPr>
          <a:xfrm>
            <a:off x="431360" y="-25452"/>
            <a:ext cx="10972800" cy="970533"/>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95001A"/>
              </a:buClr>
              <a:buSzPts val="4800"/>
              <a:buFont typeface="Gill Sans"/>
              <a:buNone/>
              <a:defRPr b="0" i="0" sz="4800" u="none" cap="none" strike="noStrike">
                <a:solidFill>
                  <a:srgbClr val="95001A"/>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
          <p:cNvSpPr txBox="1"/>
          <p:nvPr>
            <p:ph type="ctrTitle"/>
          </p:nvPr>
        </p:nvSpPr>
        <p:spPr>
          <a:xfrm>
            <a:off x="1277535" y="1431369"/>
            <a:ext cx="9862719" cy="2329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320"/>
              <a:buFont typeface="Gill Sans"/>
              <a:buNone/>
            </a:pPr>
            <a:r>
              <a:rPr lang="en-US" sz="4220"/>
              <a:t>Layer-Selective INT8 Quantization of MobileNetV2 via Depthwise-Focused QAT</a:t>
            </a:r>
            <a:endParaRPr sz="4220"/>
          </a:p>
        </p:txBody>
      </p:sp>
      <p:sp>
        <p:nvSpPr>
          <p:cNvPr id="208" name="Google Shape;208;p1"/>
          <p:cNvSpPr txBox="1"/>
          <p:nvPr>
            <p:ph idx="1" type="subTitle"/>
          </p:nvPr>
        </p:nvSpPr>
        <p:spPr>
          <a:xfrm>
            <a:off x="1277535" y="4341056"/>
            <a:ext cx="9862719" cy="97536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3200"/>
              <a:buNone/>
            </a:pPr>
            <a:r>
              <a:rPr lang="en-US"/>
              <a:t>Jay Katyan, Neel Shejwalkar, Norman Zhang</a:t>
            </a:r>
            <a:endParaRPr/>
          </a:p>
          <a:p>
            <a:pPr indent="0" lvl="0" marL="0" rtl="0" algn="l">
              <a:spcBef>
                <a:spcPts val="592"/>
              </a:spcBef>
              <a:spcAft>
                <a:spcPts val="0"/>
              </a:spcAft>
              <a:buSzPts val="3200"/>
              <a:buNone/>
            </a:pPr>
            <a:r>
              <a:rPr lang="en-US"/>
              <a:t>12/08/2025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a2d3d7a631_0_5"/>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Agenda</a:t>
            </a:r>
            <a:endParaRPr/>
          </a:p>
        </p:txBody>
      </p:sp>
      <p:sp>
        <p:nvSpPr>
          <p:cNvPr id="214" name="Google Shape;214;g3a2d3d7a631_0_5"/>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Font typeface="EB Garamond"/>
              <a:buChar char="•"/>
            </a:pPr>
            <a:r>
              <a:rPr lang="en-US">
                <a:latin typeface="EB Garamond"/>
                <a:ea typeface="EB Garamond"/>
                <a:cs typeface="EB Garamond"/>
                <a:sym typeface="EB Garamond"/>
              </a:rPr>
              <a:t>Background on MobileNetV2</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Problem &amp; Motivation</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Model Structure &amp; System</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Experiments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Results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Conclusions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US">
                <a:latin typeface="EB Garamond"/>
                <a:ea typeface="EB Garamond"/>
                <a:cs typeface="EB Garamond"/>
                <a:sym typeface="EB Garamond"/>
              </a:rPr>
              <a:t>Future Work</a:t>
            </a:r>
            <a:endParaRPr>
              <a:latin typeface="EB Garamond"/>
              <a:ea typeface="EB Garamond"/>
              <a:cs typeface="EB Garamond"/>
              <a:sym typeface="EB Garamo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a2e40175f_0_0"/>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What is MobileNetV2?</a:t>
            </a:r>
            <a:endParaRPr/>
          </a:p>
        </p:txBody>
      </p:sp>
      <p:sp>
        <p:nvSpPr>
          <p:cNvPr id="220" name="Google Shape;220;g3aa2e40175f_0_0"/>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81000" lvl="0" marL="457200" rtl="0" algn="l">
              <a:spcBef>
                <a:spcPts val="360"/>
              </a:spcBef>
              <a:spcAft>
                <a:spcPts val="0"/>
              </a:spcAft>
              <a:buSzPts val="2400"/>
              <a:buFont typeface="EB Garamond"/>
              <a:buChar char="•"/>
            </a:pPr>
            <a:r>
              <a:rPr lang="en-US" sz="2400">
                <a:latin typeface="EB Garamond"/>
                <a:ea typeface="EB Garamond"/>
                <a:cs typeface="EB Garamond"/>
                <a:sym typeface="EB Garamond"/>
              </a:rPr>
              <a:t>Lightweight CNN designed for mobile and edge devices.</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Uses inverted residual blocks (1x1 expansion -&gt; 3x3 depthwise -&gt; 1x1 projection).</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Extremely compact with low redundancy, making it sensitive to model perturbations.</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Widely used in real-time applications (vision on smartphones, robotics, embedded systems).</a:t>
            </a:r>
            <a:endParaRPr sz="2400">
              <a:latin typeface="EB Garamond"/>
              <a:ea typeface="EB Garamond"/>
              <a:cs typeface="EB Garamond"/>
              <a:sym typeface="EB Garamond"/>
            </a:endParaRPr>
          </a:p>
        </p:txBody>
      </p:sp>
      <p:pic>
        <p:nvPicPr>
          <p:cNvPr id="221" name="Google Shape;221;g3aa2e40175f_0_0"/>
          <p:cNvPicPr preferRelativeResize="0"/>
          <p:nvPr/>
        </p:nvPicPr>
        <p:blipFill>
          <a:blip r:embed="rId3">
            <a:alphaModFix/>
          </a:blip>
          <a:stretch>
            <a:fillRect/>
          </a:stretch>
        </p:blipFill>
        <p:spPr>
          <a:xfrm>
            <a:off x="2215763" y="3083450"/>
            <a:ext cx="7760475" cy="3268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a2e40175f_0_11"/>
          <p:cNvSpPr txBox="1"/>
          <p:nvPr>
            <p:ph type="title"/>
          </p:nvPr>
        </p:nvSpPr>
        <p:spPr>
          <a:xfrm>
            <a:off x="413536" y="20647"/>
            <a:ext cx="10972800" cy="924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sz="4000"/>
              <a:t>INT8 Quantization breaks MobileNetV2 in Critical Layers</a:t>
            </a:r>
            <a:endParaRPr sz="4000"/>
          </a:p>
        </p:txBody>
      </p:sp>
      <p:sp>
        <p:nvSpPr>
          <p:cNvPr id="227" name="Google Shape;227;g3aa2e40175f_0_11"/>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Minimal redundancy (narrow layers + ReLU6 + bottlenecks) means that minor quantization noise in narrow bottleneck layers causes significant feature corruption.</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Post-Training Quantization severely degrades accuracy, dropping to 44-68% in our experiments.</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Depthwise convolutions are the main issue, lack cross-channel summation that cancels out quantization noise in standard CNNs.</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Full Quantization-Aware Training (QAT) </a:t>
            </a:r>
            <a:r>
              <a:rPr lang="en-US" sz="2500">
                <a:latin typeface="EB Garamond"/>
                <a:ea typeface="EB Garamond"/>
                <a:cs typeface="EB Garamond"/>
                <a:sym typeface="EB Garamond"/>
              </a:rPr>
              <a:t>is accurate but requires 100% of parameters, computationally expensive and unnecessary for accuracy recovery.</a:t>
            </a:r>
            <a:endParaRPr sz="2500">
              <a:latin typeface="EB Garamond"/>
              <a:ea typeface="EB Garamond"/>
              <a:cs typeface="EB Garamond"/>
              <a:sym typeface="EB 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aa2e40175f_0_6"/>
          <p:cNvSpPr txBox="1"/>
          <p:nvPr>
            <p:ph type="title"/>
          </p:nvPr>
        </p:nvSpPr>
        <p:spPr>
          <a:xfrm>
            <a:off x="413536" y="20647"/>
            <a:ext cx="10972800" cy="92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200"/>
              <a:t>Motivation: Layer-Selective QAT for Practical INT8 Deployment</a:t>
            </a:r>
            <a:endParaRPr sz="3200"/>
          </a:p>
        </p:txBody>
      </p:sp>
      <p:sp>
        <p:nvSpPr>
          <p:cNvPr id="233" name="Google Shape;233;g3aa2e40175f_0_6"/>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lnSpcReduction="20000"/>
          </a:bodyPr>
          <a:lstStyle/>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INT8 models are 4x smaller and offer 2-4x faster CPU throughput, critical for mobile and real-time applications.</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MobileNetv2 loses too much accuracy under Post-Training Quantization, rendering simple conversion methods unusable.</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Full QAT restores accuracy, but requires retraining 100% of parameters, increasing training complexity, memory footprint, and deployment cost.</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Quantization sensitivity is not uniform across the network, only small subset of layers (depthwise and 1x1 expansion) to restore most accuracy.</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0" lvl="0" marL="0" rtl="0" algn="l">
              <a:spcBef>
                <a:spcPts val="360"/>
              </a:spcBef>
              <a:spcAft>
                <a:spcPts val="0"/>
              </a:spcAft>
              <a:buNone/>
            </a:pPr>
            <a:r>
              <a:rPr lang="en-US" sz="2500">
                <a:latin typeface="EB Garamond"/>
                <a:ea typeface="EB Garamond"/>
                <a:cs typeface="EB Garamond"/>
                <a:sym typeface="EB Garamond"/>
              </a:rPr>
              <a:t>Goal: Determine minimal retraining scope needed to achieve full INT8 performance by applying QAT only to quantization-critical layers.</a:t>
            </a:r>
            <a:endParaRPr sz="2500">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a5212e2d3_0_0"/>
          <p:cNvSpPr txBox="1"/>
          <p:nvPr>
            <p:ph type="title"/>
          </p:nvPr>
        </p:nvSpPr>
        <p:spPr>
          <a:xfrm>
            <a:off x="413536" y="20647"/>
            <a:ext cx="10972800" cy="92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400"/>
              <a:t>MobileNetV2 Model Structure and Quantization System</a:t>
            </a:r>
            <a:endParaRPr sz="3400"/>
          </a:p>
        </p:txBody>
      </p:sp>
      <p:sp>
        <p:nvSpPr>
          <p:cNvPr id="239" name="Google Shape;239;g3aa5212e2d3_0_0"/>
          <p:cNvSpPr txBox="1"/>
          <p:nvPr>
            <p:ph idx="1" type="body"/>
          </p:nvPr>
        </p:nvSpPr>
        <p:spPr>
          <a:xfrm>
            <a:off x="573952" y="1090709"/>
            <a:ext cx="10972800" cy="49212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sz="2200">
                <a:latin typeface="EB Garamond"/>
                <a:ea typeface="EB Garamond"/>
                <a:cs typeface="EB Garamond"/>
                <a:sym typeface="EB Garamond"/>
              </a:rPr>
              <a:t>Model Structure:</a:t>
            </a:r>
            <a:endParaRPr b="1" sz="2200">
              <a:latin typeface="EB Garamond"/>
              <a:ea typeface="EB Garamond"/>
              <a:cs typeface="EB Garamond"/>
              <a:sym typeface="EB Garamond"/>
            </a:endParaRPr>
          </a:p>
          <a:p>
            <a:pPr indent="-368300" lvl="0" marL="457200" rtl="0" algn="l">
              <a:spcBef>
                <a:spcPts val="360"/>
              </a:spcBef>
              <a:spcAft>
                <a:spcPts val="0"/>
              </a:spcAft>
              <a:buSzPts val="2200"/>
              <a:buFont typeface="EB Garamond"/>
              <a:buChar char="•"/>
            </a:pPr>
            <a:r>
              <a:rPr lang="en-US" sz="2200">
                <a:latin typeface="EB Garamond"/>
                <a:ea typeface="EB Garamond"/>
                <a:cs typeface="EB Garamond"/>
                <a:sym typeface="EB Garamond"/>
              </a:rPr>
              <a:t>Composed of 19 inverted residual blocks (1x1 expansion -&gt; 3x3 depthwise -&gt; 1x1 projection).</a:t>
            </a:r>
            <a:endParaRPr sz="2200">
              <a:latin typeface="EB Garamond"/>
              <a:ea typeface="EB Garamond"/>
              <a:cs typeface="EB Garamond"/>
              <a:sym typeface="EB Garamond"/>
            </a:endParaRPr>
          </a:p>
          <a:p>
            <a:pPr indent="-368300" lvl="0" marL="457200" rtl="0" algn="l">
              <a:spcBef>
                <a:spcPts val="0"/>
              </a:spcBef>
              <a:spcAft>
                <a:spcPts val="0"/>
              </a:spcAft>
              <a:buSzPts val="2200"/>
              <a:buFont typeface="EB Garamond"/>
              <a:buChar char="•"/>
            </a:pPr>
            <a:r>
              <a:rPr lang="en-US" sz="2200">
                <a:latin typeface="EB Garamond"/>
                <a:ea typeface="EB Garamond"/>
                <a:cs typeface="EB Garamond"/>
                <a:sym typeface="EB Garamond"/>
              </a:rPr>
              <a:t>Uses bottlenecks and ReLU6, making activations narrow.</a:t>
            </a:r>
            <a:endParaRPr sz="2200">
              <a:latin typeface="EB Garamond"/>
              <a:ea typeface="EB Garamond"/>
              <a:cs typeface="EB Garamond"/>
              <a:sym typeface="EB Garamond"/>
            </a:endParaRPr>
          </a:p>
          <a:p>
            <a:pPr indent="-368300" lvl="0" marL="457200" rtl="0" algn="l">
              <a:spcBef>
                <a:spcPts val="0"/>
              </a:spcBef>
              <a:spcAft>
                <a:spcPts val="0"/>
              </a:spcAft>
              <a:buSzPts val="2200"/>
              <a:buFont typeface="EB Garamond"/>
              <a:buChar char="•"/>
            </a:pPr>
            <a:r>
              <a:rPr lang="en-US" sz="2200">
                <a:latin typeface="EB Garamond"/>
                <a:ea typeface="EB Garamond"/>
                <a:cs typeface="EB Garamond"/>
                <a:sym typeface="EB Garamond"/>
              </a:rPr>
              <a:t>Processes 3 x 224 x 224 input images (CIFAR-10 resized) and outputs 10-class logits.</a:t>
            </a:r>
            <a:endParaRPr sz="2200">
              <a:latin typeface="EB Garamond"/>
              <a:ea typeface="EB Garamond"/>
              <a:cs typeface="EB Garamond"/>
              <a:sym typeface="EB Garamond"/>
            </a:endParaRPr>
          </a:p>
          <a:p>
            <a:pPr indent="0" lvl="0" marL="0" rtl="0" algn="l">
              <a:spcBef>
                <a:spcPts val="360"/>
              </a:spcBef>
              <a:spcAft>
                <a:spcPts val="0"/>
              </a:spcAft>
              <a:buNone/>
            </a:pPr>
            <a:r>
              <a:rPr b="1" lang="en-US" sz="2200">
                <a:latin typeface="EB Garamond"/>
                <a:ea typeface="EB Garamond"/>
                <a:cs typeface="EB Garamond"/>
                <a:sym typeface="EB Garamond"/>
              </a:rPr>
              <a:t>Post-Training Quantization System:</a:t>
            </a:r>
            <a:endParaRPr b="1" sz="2200">
              <a:latin typeface="EB Garamond"/>
              <a:ea typeface="EB Garamond"/>
              <a:cs typeface="EB Garamond"/>
              <a:sym typeface="EB Garamond"/>
            </a:endParaRPr>
          </a:p>
          <a:p>
            <a:pPr indent="-368300" lvl="0" marL="457200" rtl="0" algn="l">
              <a:spcBef>
                <a:spcPts val="360"/>
              </a:spcBef>
              <a:spcAft>
                <a:spcPts val="0"/>
              </a:spcAft>
              <a:buSzPts val="2200"/>
              <a:buFont typeface="EB Garamond"/>
              <a:buChar char="•"/>
            </a:pPr>
            <a:r>
              <a:rPr lang="en-US" sz="2200">
                <a:latin typeface="EB Garamond"/>
                <a:ea typeface="EB Garamond"/>
                <a:cs typeface="EB Garamond"/>
                <a:sym typeface="EB Garamond"/>
              </a:rPr>
              <a:t>Converts FP32 weights/activations to INT8 without retraining, using global scale factors.</a:t>
            </a:r>
            <a:endParaRPr sz="2200">
              <a:latin typeface="EB Garamond"/>
              <a:ea typeface="EB Garamond"/>
              <a:cs typeface="EB Garamond"/>
              <a:sym typeface="EB Garamond"/>
            </a:endParaRPr>
          </a:p>
          <a:p>
            <a:pPr indent="0" lvl="0" marL="0" rtl="0" algn="l">
              <a:spcBef>
                <a:spcPts val="360"/>
              </a:spcBef>
              <a:spcAft>
                <a:spcPts val="0"/>
              </a:spcAft>
              <a:buNone/>
            </a:pPr>
            <a:r>
              <a:rPr b="1" lang="en-US" sz="2200">
                <a:latin typeface="EB Garamond"/>
                <a:ea typeface="EB Garamond"/>
                <a:cs typeface="EB Garamond"/>
                <a:sym typeface="EB Garamond"/>
              </a:rPr>
              <a:t>Quantization-Aware Training System:</a:t>
            </a:r>
            <a:endParaRPr b="1" sz="2200">
              <a:latin typeface="EB Garamond"/>
              <a:ea typeface="EB Garamond"/>
              <a:cs typeface="EB Garamond"/>
              <a:sym typeface="EB Garamond"/>
            </a:endParaRPr>
          </a:p>
          <a:p>
            <a:pPr indent="-368300" lvl="0" marL="457200" rtl="0" algn="l">
              <a:spcBef>
                <a:spcPts val="360"/>
              </a:spcBef>
              <a:spcAft>
                <a:spcPts val="0"/>
              </a:spcAft>
              <a:buSzPts val="2200"/>
              <a:buFont typeface="EB Garamond"/>
              <a:buChar char="•"/>
            </a:pPr>
            <a:r>
              <a:rPr lang="en-US" sz="2200">
                <a:latin typeface="EB Garamond"/>
                <a:ea typeface="EB Garamond"/>
                <a:cs typeface="EB Garamond"/>
                <a:sym typeface="EB Garamond"/>
              </a:rPr>
              <a:t>Inserts fake-quant modules and learns quantization parameters during training to reduce FP32 -&gt; INT8 mismatch</a:t>
            </a:r>
            <a:endParaRPr sz="2200">
              <a:latin typeface="EB Garamond"/>
              <a:ea typeface="EB Garamond"/>
              <a:cs typeface="EB Garamond"/>
              <a:sym typeface="EB Garamond"/>
            </a:endParaRPr>
          </a:p>
          <a:p>
            <a:pPr indent="0" lvl="0" marL="0" rtl="0" algn="l">
              <a:spcBef>
                <a:spcPts val="360"/>
              </a:spcBef>
              <a:spcAft>
                <a:spcPts val="0"/>
              </a:spcAft>
              <a:buNone/>
            </a:pPr>
            <a:r>
              <a:t/>
            </a:r>
            <a:endParaRPr sz="2100">
              <a:latin typeface="EB Garamond"/>
              <a:ea typeface="EB Garamond"/>
              <a:cs typeface="EB Garamond"/>
              <a:sym typeface="EB Garamond"/>
            </a:endParaRPr>
          </a:p>
        </p:txBody>
      </p:sp>
      <p:pic>
        <p:nvPicPr>
          <p:cNvPr descr="Quantization-Aware Training for Large Language Models with PyTorch – PyTorch" id="240" name="Google Shape;240;g3aa5212e2d3_0_0"/>
          <p:cNvPicPr preferRelativeResize="0"/>
          <p:nvPr/>
        </p:nvPicPr>
        <p:blipFill>
          <a:blip r:embed="rId3">
            <a:alphaModFix/>
          </a:blip>
          <a:stretch>
            <a:fillRect/>
          </a:stretch>
        </p:blipFill>
        <p:spPr>
          <a:xfrm>
            <a:off x="493850" y="4636750"/>
            <a:ext cx="5467350" cy="1512359"/>
          </a:xfrm>
          <a:prstGeom prst="rect">
            <a:avLst/>
          </a:prstGeom>
          <a:noFill/>
          <a:ln>
            <a:noFill/>
          </a:ln>
        </p:spPr>
      </p:pic>
      <p:pic>
        <p:nvPicPr>
          <p:cNvPr id="241" name="Google Shape;241;g3aa5212e2d3_0_0"/>
          <p:cNvPicPr preferRelativeResize="0"/>
          <p:nvPr/>
        </p:nvPicPr>
        <p:blipFill rotWithShape="1">
          <a:blip r:embed="rId4">
            <a:alphaModFix/>
          </a:blip>
          <a:srcRect b="320" l="19410" r="18967" t="21407"/>
          <a:stretch/>
        </p:blipFill>
        <p:spPr>
          <a:xfrm>
            <a:off x="7041025" y="4250825"/>
            <a:ext cx="3436101" cy="2284199"/>
          </a:xfrm>
          <a:prstGeom prst="rect">
            <a:avLst/>
          </a:prstGeom>
          <a:noFill/>
          <a:ln>
            <a:noFill/>
          </a:ln>
        </p:spPr>
      </p:pic>
      <p:sp>
        <p:nvSpPr>
          <p:cNvPr id="242" name="Google Shape;242;g3aa5212e2d3_0_0"/>
          <p:cNvSpPr txBox="1"/>
          <p:nvPr/>
        </p:nvSpPr>
        <p:spPr>
          <a:xfrm>
            <a:off x="2327900" y="6011900"/>
            <a:ext cx="1638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chemeClr val="accent6"/>
                </a:solidFill>
                <a:latin typeface="EB Garamond"/>
                <a:ea typeface="EB Garamond"/>
                <a:cs typeface="EB Garamond"/>
                <a:sym typeface="EB Garamond"/>
              </a:rPr>
              <a:t>Quantization-Aware Training</a:t>
            </a:r>
            <a:endParaRPr sz="1000">
              <a:solidFill>
                <a:schemeClr val="accent6"/>
              </a:solidFill>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a5212e2d3_0_7"/>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MobileNetV2 Is Hard to Quantize</a:t>
            </a:r>
            <a:endParaRPr/>
          </a:p>
        </p:txBody>
      </p:sp>
      <p:sp>
        <p:nvSpPr>
          <p:cNvPr id="248" name="Google Shape;248;g3aa5212e2d3_0_7"/>
          <p:cNvSpPr txBox="1"/>
          <p:nvPr>
            <p:ph idx="1" type="body"/>
          </p:nvPr>
        </p:nvSpPr>
        <p:spPr>
          <a:xfrm>
            <a:off x="573952" y="1203159"/>
            <a:ext cx="10972800" cy="49212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b="1" lang="en-US" sz="2500">
                <a:latin typeface="EB Garamond"/>
                <a:ea typeface="EB Garamond"/>
                <a:cs typeface="EB Garamond"/>
                <a:sym typeface="EB Garamond"/>
              </a:rPr>
              <a:t>Bottleneck structure amplifies quantization noise</a:t>
            </a:r>
            <a:endParaRPr b="1"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Narrow projection layers (e.g., 16 channels) have low redundancy.</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Even small INT8 </a:t>
            </a:r>
            <a:r>
              <a:rPr lang="en-US" sz="2500">
                <a:latin typeface="EB Garamond"/>
                <a:ea typeface="EB Garamond"/>
                <a:cs typeface="EB Garamond"/>
                <a:sym typeface="EB Garamond"/>
              </a:rPr>
              <a:t>quantization</a:t>
            </a:r>
            <a:r>
              <a:rPr lang="en-US" sz="2500">
                <a:latin typeface="EB Garamond"/>
                <a:ea typeface="EB Garamond"/>
                <a:cs typeface="EB Garamond"/>
                <a:sym typeface="EB Garamond"/>
              </a:rPr>
              <a:t> noise corrupts the limited features.</a:t>
            </a:r>
            <a:endParaRPr sz="2500">
              <a:latin typeface="EB Garamond"/>
              <a:ea typeface="EB Garamond"/>
              <a:cs typeface="EB Garamond"/>
              <a:sym typeface="EB Garamond"/>
            </a:endParaRPr>
          </a:p>
          <a:p>
            <a:pPr indent="0" lvl="0" marL="0" rtl="0" algn="l">
              <a:spcBef>
                <a:spcPts val="360"/>
              </a:spcBef>
              <a:spcAft>
                <a:spcPts val="0"/>
              </a:spcAft>
              <a:buNone/>
            </a:pPr>
            <a:r>
              <a:rPr b="1" lang="en-US" sz="2500">
                <a:latin typeface="EB Garamond"/>
                <a:ea typeface="EB Garamond"/>
                <a:cs typeface="EB Garamond"/>
                <a:sym typeface="EB Garamond"/>
              </a:rPr>
              <a:t>Depthwise Convs prevent error averaging</a:t>
            </a:r>
            <a:endParaRPr b="1"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Single-channel kernels mean errors do not cancel out across channels.</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Weight quantization noise propagates 1:1 to the output</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Introduces “mean shift” in activations that accumulates through layers</a:t>
            </a:r>
            <a:endParaRPr sz="2500">
              <a:latin typeface="EB Garamond"/>
              <a:ea typeface="EB Garamond"/>
              <a:cs typeface="EB Garamond"/>
              <a:sym typeface="EB Garamond"/>
            </a:endParaRPr>
          </a:p>
          <a:p>
            <a:pPr indent="0" lvl="0" marL="0" rtl="0" algn="l">
              <a:spcBef>
                <a:spcPts val="360"/>
              </a:spcBef>
              <a:spcAft>
                <a:spcPts val="0"/>
              </a:spcAft>
              <a:buNone/>
            </a:pPr>
            <a:r>
              <a:rPr b="1" lang="en-US" sz="2500">
                <a:latin typeface="EB Garamond"/>
                <a:ea typeface="EB Garamond"/>
                <a:cs typeface="EB Garamond"/>
                <a:sym typeface="EB Garamond"/>
              </a:rPr>
              <a:t>Extreme Variation in Activation Scales</a:t>
            </a:r>
            <a:endParaRPr b="1"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Replaces ReLU6 point, scales vary very differently between channels</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Standard “per-tensor” quantization fails</a:t>
            </a:r>
            <a:endParaRPr sz="2500">
              <a:latin typeface="EB Garamond"/>
              <a:ea typeface="EB Garamond"/>
              <a:cs typeface="EB Garamond"/>
              <a:sym typeface="EB Garamond"/>
            </a:endParaRPr>
          </a:p>
          <a:p>
            <a:pPr indent="0" lvl="0" marL="0" rtl="0" algn="l">
              <a:spcBef>
                <a:spcPts val="360"/>
              </a:spcBef>
              <a:spcAft>
                <a:spcPts val="0"/>
              </a:spcAft>
              <a:buNone/>
            </a:pPr>
            <a:r>
              <a:rPr b="1" lang="en-US" sz="2500">
                <a:latin typeface="EB Garamond"/>
                <a:ea typeface="EB Garamond"/>
                <a:cs typeface="EB Garamond"/>
                <a:sym typeface="EB Garamond"/>
              </a:rPr>
              <a:t>Pointwise 1x1 convs dominate computation</a:t>
            </a:r>
            <a:endParaRPr b="1"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Propagate errors generated by preceding depthwise layers</a:t>
            </a:r>
            <a:endParaRPr sz="2500">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aa5212e2d3_0_17"/>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Overview of Experimental Pipeline</a:t>
            </a:r>
            <a:endParaRPr/>
          </a:p>
        </p:txBody>
      </p:sp>
      <p:sp>
        <p:nvSpPr>
          <p:cNvPr id="254" name="Google Shape;254;g3aa5212e2d3_0_17"/>
          <p:cNvSpPr txBox="1"/>
          <p:nvPr>
            <p:ph idx="1" type="body"/>
          </p:nvPr>
        </p:nvSpPr>
        <p:spPr>
          <a:xfrm>
            <a:off x="573952" y="1203159"/>
            <a:ext cx="10972800" cy="4921200"/>
          </a:xfrm>
          <a:prstGeom prst="rect">
            <a:avLst/>
          </a:prstGeom>
        </p:spPr>
        <p:txBody>
          <a:bodyPr anchorCtr="0" anchor="t" bIns="45700" lIns="91425" spcFirstLastPara="1" rIns="91425" wrap="square" tIns="45700">
            <a:noAutofit/>
          </a:bodyPr>
          <a:lstStyle/>
          <a:p>
            <a:pPr indent="-419100" lvl="0" marL="457200" rtl="0" algn="l">
              <a:spcBef>
                <a:spcPts val="360"/>
              </a:spcBef>
              <a:spcAft>
                <a:spcPts val="0"/>
              </a:spcAft>
              <a:buSzPts val="3000"/>
              <a:buFont typeface="EB Garamond"/>
              <a:buChar char="•"/>
            </a:pPr>
            <a:r>
              <a:rPr lang="en-US" sz="3000">
                <a:latin typeface="EB Garamond"/>
                <a:ea typeface="EB Garamond"/>
                <a:cs typeface="EB Garamond"/>
                <a:sym typeface="EB Garamond"/>
              </a:rPr>
              <a:t>Start with fine-tuned FP32 MobileNetV2 model on CIFAR-10 dataset (95.49% baseline accuracy).</a:t>
            </a:r>
            <a:endParaRPr sz="3000">
              <a:latin typeface="EB Garamond"/>
              <a:ea typeface="EB Garamond"/>
              <a:cs typeface="EB Garamond"/>
              <a:sym typeface="EB Garamond"/>
            </a:endParaRPr>
          </a:p>
          <a:p>
            <a:pPr indent="-419100" lvl="0" marL="457200" rtl="0" algn="l">
              <a:spcBef>
                <a:spcPts val="0"/>
              </a:spcBef>
              <a:spcAft>
                <a:spcPts val="0"/>
              </a:spcAft>
              <a:buSzPts val="3000"/>
              <a:buFont typeface="EB Garamond"/>
              <a:buChar char="•"/>
            </a:pPr>
            <a:r>
              <a:rPr lang="en-US" sz="3000">
                <a:latin typeface="EB Garamond"/>
                <a:ea typeface="EB Garamond"/>
                <a:cs typeface="EB Garamond"/>
                <a:sym typeface="EB Garamond"/>
              </a:rPr>
              <a:t>Evaluate PTQ baselines: per-tensor and per-channel quantization</a:t>
            </a:r>
            <a:endParaRPr sz="3000">
              <a:latin typeface="EB Garamond"/>
              <a:ea typeface="EB Garamond"/>
              <a:cs typeface="EB Garamond"/>
              <a:sym typeface="EB Garamond"/>
            </a:endParaRPr>
          </a:p>
          <a:p>
            <a:pPr indent="-419100" lvl="0" marL="457200" rtl="0" algn="l">
              <a:spcBef>
                <a:spcPts val="0"/>
              </a:spcBef>
              <a:spcAft>
                <a:spcPts val="0"/>
              </a:spcAft>
              <a:buSzPts val="3000"/>
              <a:buFont typeface="EB Garamond"/>
              <a:buChar char="•"/>
            </a:pPr>
            <a:r>
              <a:rPr lang="en-US" sz="3000">
                <a:latin typeface="EB Garamond"/>
                <a:ea typeface="EB Garamond"/>
                <a:cs typeface="EB Garamond"/>
                <a:sym typeface="EB Garamond"/>
              </a:rPr>
              <a:t>Apply multiple QAT variants including: </a:t>
            </a:r>
            <a:endParaRPr sz="3000">
              <a:latin typeface="EB Garamond"/>
              <a:ea typeface="EB Garamond"/>
              <a:cs typeface="EB Garamond"/>
              <a:sym typeface="EB Garamond"/>
            </a:endParaRPr>
          </a:p>
          <a:p>
            <a:pPr indent="-419100" lvl="1" marL="914400" rtl="0" algn="l">
              <a:spcBef>
                <a:spcPts val="0"/>
              </a:spcBef>
              <a:spcAft>
                <a:spcPts val="0"/>
              </a:spcAft>
              <a:buSzPts val="3000"/>
              <a:buFont typeface="EB Garamond"/>
              <a:buChar char="–"/>
            </a:pPr>
            <a:r>
              <a:rPr lang="en-US" sz="3000">
                <a:latin typeface="EB Garamond"/>
                <a:ea typeface="EB Garamond"/>
                <a:cs typeface="EB Garamond"/>
                <a:sym typeface="EB Garamond"/>
              </a:rPr>
              <a:t>Full QAT</a:t>
            </a:r>
            <a:endParaRPr sz="3000">
              <a:latin typeface="EB Garamond"/>
              <a:ea typeface="EB Garamond"/>
              <a:cs typeface="EB Garamond"/>
              <a:sym typeface="EB Garamond"/>
            </a:endParaRPr>
          </a:p>
          <a:p>
            <a:pPr indent="-419100" lvl="1" marL="914400" rtl="0" algn="l">
              <a:spcBef>
                <a:spcPts val="0"/>
              </a:spcBef>
              <a:spcAft>
                <a:spcPts val="0"/>
              </a:spcAft>
              <a:buSzPts val="3000"/>
              <a:buFont typeface="EB Garamond"/>
              <a:buChar char="–"/>
            </a:pPr>
            <a:r>
              <a:rPr lang="en-US" sz="3000">
                <a:latin typeface="EB Garamond"/>
                <a:ea typeface="EB Garamond"/>
                <a:cs typeface="EB Garamond"/>
                <a:sym typeface="EB Garamond"/>
              </a:rPr>
              <a:t>Classifier only QAT</a:t>
            </a:r>
            <a:endParaRPr sz="3000">
              <a:latin typeface="EB Garamond"/>
              <a:ea typeface="EB Garamond"/>
              <a:cs typeface="EB Garamond"/>
              <a:sym typeface="EB Garamond"/>
            </a:endParaRPr>
          </a:p>
          <a:p>
            <a:pPr indent="-419100" lvl="1" marL="914400" rtl="0" algn="l">
              <a:spcBef>
                <a:spcPts val="0"/>
              </a:spcBef>
              <a:spcAft>
                <a:spcPts val="0"/>
              </a:spcAft>
              <a:buSzPts val="3000"/>
              <a:buFont typeface="EB Garamond"/>
              <a:buChar char="–"/>
            </a:pPr>
            <a:r>
              <a:rPr lang="en-US" sz="3000">
                <a:latin typeface="EB Garamond"/>
                <a:ea typeface="EB Garamond"/>
                <a:cs typeface="EB Garamond"/>
                <a:sym typeface="EB Garamond"/>
              </a:rPr>
              <a:t>Depthwise-only QAT</a:t>
            </a:r>
            <a:endParaRPr sz="3000">
              <a:latin typeface="EB Garamond"/>
              <a:ea typeface="EB Garamond"/>
              <a:cs typeface="EB Garamond"/>
              <a:sym typeface="EB Garamond"/>
            </a:endParaRPr>
          </a:p>
          <a:p>
            <a:pPr indent="-419100" lvl="1" marL="914400" rtl="0" algn="l">
              <a:spcBef>
                <a:spcPts val="0"/>
              </a:spcBef>
              <a:spcAft>
                <a:spcPts val="0"/>
              </a:spcAft>
              <a:buSzPts val="3000"/>
              <a:buFont typeface="EB Garamond"/>
              <a:buChar char="–"/>
            </a:pPr>
            <a:r>
              <a:rPr lang="en-US" sz="3000">
                <a:latin typeface="EB Garamond"/>
                <a:ea typeface="EB Garamond"/>
                <a:cs typeface="EB Garamond"/>
                <a:sym typeface="EB Garamond"/>
              </a:rPr>
              <a:t>Selective QAT</a:t>
            </a:r>
            <a:endParaRPr sz="3000">
              <a:latin typeface="EB Garamond"/>
              <a:ea typeface="EB Garamond"/>
              <a:cs typeface="EB Garamond"/>
              <a:sym typeface="EB Garamond"/>
            </a:endParaRPr>
          </a:p>
          <a:p>
            <a:pPr indent="-419100" lvl="1" marL="914400" rtl="0" algn="l">
              <a:spcBef>
                <a:spcPts val="0"/>
              </a:spcBef>
              <a:spcAft>
                <a:spcPts val="0"/>
              </a:spcAft>
              <a:buSzPts val="3000"/>
              <a:buFont typeface="EB Garamond"/>
              <a:buChar char="–"/>
            </a:pPr>
            <a:r>
              <a:rPr lang="en-US" sz="3000">
                <a:latin typeface="EB Garamond"/>
                <a:ea typeface="EB Garamond"/>
                <a:cs typeface="EB Garamond"/>
                <a:sym typeface="EB Garamond"/>
              </a:rPr>
              <a:t>Asymmetric Selective QAT</a:t>
            </a:r>
            <a:endParaRPr sz="3000">
              <a:latin typeface="EB Garamond"/>
              <a:ea typeface="EB Garamond"/>
              <a:cs typeface="EB Garamond"/>
              <a:sym typeface="EB Garamond"/>
            </a:endParaRPr>
          </a:p>
          <a:p>
            <a:pPr indent="-419100" lvl="0" marL="457200" rtl="0" algn="l">
              <a:spcBef>
                <a:spcPts val="0"/>
              </a:spcBef>
              <a:spcAft>
                <a:spcPts val="0"/>
              </a:spcAft>
              <a:buSzPts val="3000"/>
              <a:buFont typeface="EB Garamond"/>
              <a:buChar char="•"/>
            </a:pPr>
            <a:r>
              <a:rPr lang="en-US" sz="3000">
                <a:latin typeface="EB Garamond"/>
                <a:ea typeface="EB Garamond"/>
                <a:cs typeface="EB Garamond"/>
                <a:sym typeface="EB Garamond"/>
              </a:rPr>
              <a:t>Compare final INT8 accuracy against fraction of retrained parameters.</a:t>
            </a:r>
            <a:endParaRPr sz="3000">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aa5212e2d3_0_22"/>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000"/>
              <a:t>PTQ Experiment: Naive Per-Tensor Quantization</a:t>
            </a:r>
            <a:endParaRPr sz="4000"/>
          </a:p>
        </p:txBody>
      </p:sp>
      <p:sp>
        <p:nvSpPr>
          <p:cNvPr id="260" name="Google Shape;260;g3aa5212e2d3_0_22"/>
          <p:cNvSpPr txBox="1"/>
          <p:nvPr>
            <p:ph idx="1" type="body"/>
          </p:nvPr>
        </p:nvSpPr>
        <p:spPr>
          <a:xfrm>
            <a:off x="516102" y="1100309"/>
            <a:ext cx="10972800" cy="4921200"/>
          </a:xfrm>
          <a:prstGeom prst="rect">
            <a:avLst/>
          </a:prstGeom>
        </p:spPr>
        <p:txBody>
          <a:bodyPr anchorCtr="0" anchor="t" bIns="45700" lIns="91425" spcFirstLastPara="1" rIns="91425" wrap="square" tIns="45700">
            <a:normAutofit/>
          </a:bodyPr>
          <a:lstStyle/>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Simplest PTQ method, uses one global scale per activation tensor, giving minimal cost and fastest conversion.</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Accuracy drops from 95.49% -&gt; </a:t>
            </a:r>
            <a:r>
              <a:rPr lang="en-US" sz="2500">
                <a:solidFill>
                  <a:srgbClr val="FF0000"/>
                </a:solidFill>
                <a:latin typeface="EB Garamond"/>
                <a:ea typeface="EB Garamond"/>
                <a:cs typeface="EB Garamond"/>
                <a:sym typeface="EB Garamond"/>
              </a:rPr>
              <a:t>44.18%</a:t>
            </a:r>
            <a:r>
              <a:rPr lang="en-US" sz="2500">
                <a:latin typeface="EB Garamond"/>
                <a:ea typeface="EB Garamond"/>
                <a:cs typeface="EB Garamond"/>
                <a:sym typeface="EB Garamond"/>
              </a:rPr>
              <a:t>, MobileNetV2 is too sensitive for naive per-tensor PTQ</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Activation variance plot shows large inter-channel range differences, single global scale cannot represent them.</a:t>
            </a:r>
            <a:endParaRPr sz="2500">
              <a:latin typeface="EB Garamond"/>
              <a:ea typeface="EB Garamond"/>
              <a:cs typeface="EB Garamond"/>
              <a:sym typeface="EB Garamond"/>
            </a:endParaRPr>
          </a:p>
          <a:p>
            <a:pPr indent="-387350" lvl="0" marL="457200" rtl="0" algn="l">
              <a:spcBef>
                <a:spcPts val="0"/>
              </a:spcBef>
              <a:spcAft>
                <a:spcPts val="0"/>
              </a:spcAft>
              <a:buSzPts val="2500"/>
              <a:buFont typeface="EB Garamond"/>
              <a:buChar char="•"/>
            </a:pPr>
            <a:r>
              <a:rPr lang="en-US" sz="2500">
                <a:latin typeface="EB Garamond"/>
                <a:ea typeface="EB Garamond"/>
                <a:cs typeface="EB Garamond"/>
                <a:sym typeface="EB Garamond"/>
              </a:rPr>
              <a:t>Saturation histogram (e.g., feature layer 14) shows most activation values collapse to 0, confirming severe information loss.</a:t>
            </a:r>
            <a:endParaRPr sz="2500">
              <a:latin typeface="EB Garamond"/>
              <a:ea typeface="EB Garamond"/>
              <a:cs typeface="EB Garamond"/>
              <a:sym typeface="EB Garamond"/>
            </a:endParaRPr>
          </a:p>
        </p:txBody>
      </p:sp>
      <p:pic>
        <p:nvPicPr>
          <p:cNvPr id="261" name="Google Shape;261;g3aa5212e2d3_0_22" title="download-1.png"/>
          <p:cNvPicPr preferRelativeResize="0"/>
          <p:nvPr/>
        </p:nvPicPr>
        <p:blipFill>
          <a:blip r:embed="rId3">
            <a:alphaModFix/>
          </a:blip>
          <a:stretch>
            <a:fillRect/>
          </a:stretch>
        </p:blipFill>
        <p:spPr>
          <a:xfrm>
            <a:off x="6654250" y="4300575"/>
            <a:ext cx="5161843" cy="2557425"/>
          </a:xfrm>
          <a:prstGeom prst="rect">
            <a:avLst/>
          </a:prstGeom>
          <a:noFill/>
          <a:ln>
            <a:noFill/>
          </a:ln>
        </p:spPr>
      </p:pic>
      <p:pic>
        <p:nvPicPr>
          <p:cNvPr id="262" name="Google Shape;262;g3aa5212e2d3_0_22" title="download.png"/>
          <p:cNvPicPr preferRelativeResize="0"/>
          <p:nvPr/>
        </p:nvPicPr>
        <p:blipFill>
          <a:blip r:embed="rId4">
            <a:alphaModFix/>
          </a:blip>
          <a:stretch>
            <a:fillRect/>
          </a:stretch>
        </p:blipFill>
        <p:spPr>
          <a:xfrm>
            <a:off x="618950" y="4303187"/>
            <a:ext cx="5161851" cy="25521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aa5212e2d3_0_30"/>
          <p:cNvSpPr txBox="1"/>
          <p:nvPr>
            <p:ph type="title"/>
          </p:nvPr>
        </p:nvSpPr>
        <p:spPr>
          <a:xfrm>
            <a:off x="413536" y="20647"/>
            <a:ext cx="10972800" cy="92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4020"/>
              <a:t>PTQ Experiment: Per-Channel Weight Quantization</a:t>
            </a:r>
            <a:endParaRPr sz="4020"/>
          </a:p>
        </p:txBody>
      </p:sp>
      <p:sp>
        <p:nvSpPr>
          <p:cNvPr id="268" name="Google Shape;268;g3aa5212e2d3_0_30"/>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87350" lvl="0" marL="457200" rtl="0" algn="l">
              <a:lnSpc>
                <a:spcPct val="90000"/>
              </a:lnSpc>
              <a:spcBef>
                <a:spcPts val="360"/>
              </a:spcBef>
              <a:spcAft>
                <a:spcPts val="0"/>
              </a:spcAft>
              <a:buSzPts val="2500"/>
              <a:buFont typeface="EB Garamond"/>
              <a:buChar char="•"/>
            </a:pPr>
            <a:r>
              <a:rPr lang="en-US" sz="2500">
                <a:latin typeface="EB Garamond"/>
                <a:ea typeface="EB Garamond"/>
                <a:cs typeface="EB Garamond"/>
                <a:sym typeface="EB Garamond"/>
              </a:rPr>
              <a:t>Applies independent scales per channel to resolve dynamic range mismatches in weights.</a:t>
            </a:r>
            <a:endParaRPr sz="2500">
              <a:latin typeface="EB Garamond"/>
              <a:ea typeface="EB Garamond"/>
              <a:cs typeface="EB Garamond"/>
              <a:sym typeface="EB Garamond"/>
            </a:endParaRPr>
          </a:p>
          <a:p>
            <a:pPr indent="-387350" lvl="0" marL="457200" rtl="0" algn="l">
              <a:lnSpc>
                <a:spcPct val="90000"/>
              </a:lnSpc>
              <a:spcBef>
                <a:spcPts val="0"/>
              </a:spcBef>
              <a:spcAft>
                <a:spcPts val="0"/>
              </a:spcAft>
              <a:buSzPts val="2500"/>
              <a:buFont typeface="EB Garamond"/>
              <a:buChar char="•"/>
            </a:pPr>
            <a:r>
              <a:rPr lang="en-US" sz="2500">
                <a:latin typeface="EB Garamond"/>
                <a:ea typeface="EB Garamond"/>
                <a:cs typeface="EB Garamond"/>
                <a:sym typeface="EB Garamond"/>
              </a:rPr>
              <a:t>Accuracy recovers to</a:t>
            </a:r>
            <a:r>
              <a:rPr lang="en-US" sz="2500">
                <a:latin typeface="EB Garamond"/>
                <a:ea typeface="EB Garamond"/>
                <a:cs typeface="EB Garamond"/>
                <a:sym typeface="EB Garamond"/>
              </a:rPr>
              <a:t> </a:t>
            </a:r>
            <a:r>
              <a:rPr lang="en-US" sz="2500">
                <a:solidFill>
                  <a:srgbClr val="FF0000"/>
                </a:solidFill>
                <a:latin typeface="EB Garamond"/>
                <a:ea typeface="EB Garamond"/>
                <a:cs typeface="EB Garamond"/>
                <a:sym typeface="EB Garamond"/>
              </a:rPr>
              <a:t>67.87%</a:t>
            </a:r>
            <a:r>
              <a:rPr lang="en-US" sz="2500">
                <a:latin typeface="EB Garamond"/>
                <a:ea typeface="EB Garamond"/>
                <a:cs typeface="EB Garamond"/>
                <a:sym typeface="EB Garamond"/>
              </a:rPr>
              <a:t>, but INT8 features increasingly deviate from the FP32 baseline in deeper layers.</a:t>
            </a:r>
            <a:endParaRPr sz="2500">
              <a:latin typeface="EB Garamond"/>
              <a:ea typeface="EB Garamond"/>
              <a:cs typeface="EB Garamond"/>
              <a:sym typeface="EB Garamond"/>
            </a:endParaRPr>
          </a:p>
          <a:p>
            <a:pPr indent="-387350" lvl="0" marL="457200" rtl="0" algn="l">
              <a:lnSpc>
                <a:spcPct val="90000"/>
              </a:lnSpc>
              <a:spcBef>
                <a:spcPts val="0"/>
              </a:spcBef>
              <a:spcAft>
                <a:spcPts val="0"/>
              </a:spcAft>
              <a:buSzPts val="2500"/>
              <a:buFont typeface="EB Garamond"/>
              <a:buChar char="•"/>
            </a:pPr>
            <a:r>
              <a:rPr lang="en-US" sz="2500">
                <a:latin typeface="EB Garamond"/>
                <a:ea typeface="EB Garamond"/>
                <a:cs typeface="EB Garamond"/>
                <a:sym typeface="EB Garamond"/>
              </a:rPr>
              <a:t>Post-training methods cannot correct accumulated zero-point bias or systemic activation clipping errors.</a:t>
            </a:r>
            <a:endParaRPr sz="2500">
              <a:latin typeface="EB Garamond"/>
              <a:ea typeface="EB Garamond"/>
              <a:cs typeface="EB Garamond"/>
              <a:sym typeface="EB Garamond"/>
            </a:endParaRPr>
          </a:p>
          <a:p>
            <a:pPr indent="-387350" lvl="0" marL="457200" rtl="0" algn="l">
              <a:lnSpc>
                <a:spcPct val="90000"/>
              </a:lnSpc>
              <a:spcBef>
                <a:spcPts val="0"/>
              </a:spcBef>
              <a:spcAft>
                <a:spcPts val="0"/>
              </a:spcAft>
              <a:buSzPts val="2500"/>
              <a:buFont typeface="EB Garamond"/>
              <a:buChar char="•"/>
            </a:pPr>
            <a:r>
              <a:rPr lang="en-US" sz="2500">
                <a:latin typeface="EB Garamond"/>
                <a:ea typeface="EB Garamond"/>
                <a:cs typeface="EB Garamond"/>
                <a:sym typeface="EB Garamond"/>
              </a:rPr>
              <a:t>Per-channel PTQ partially fixes quantization noise, but QAT is required to train the model to learn and adapt to this specific quantization noise.</a:t>
            </a:r>
            <a:endParaRPr sz="2500">
              <a:latin typeface="EB Garamond"/>
              <a:ea typeface="EB Garamond"/>
              <a:cs typeface="EB Garamond"/>
              <a:sym typeface="EB Garamond"/>
            </a:endParaRPr>
          </a:p>
        </p:txBody>
      </p:sp>
      <p:pic>
        <p:nvPicPr>
          <p:cNvPr id="269" name="Google Shape;269;g3aa5212e2d3_0_30" title="download-2.png"/>
          <p:cNvPicPr preferRelativeResize="0"/>
          <p:nvPr/>
        </p:nvPicPr>
        <p:blipFill>
          <a:blip r:embed="rId3">
            <a:alphaModFix/>
          </a:blip>
          <a:stretch>
            <a:fillRect/>
          </a:stretch>
        </p:blipFill>
        <p:spPr>
          <a:xfrm>
            <a:off x="3524638" y="4040550"/>
            <a:ext cx="5071425" cy="2817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aa5212e2d3_0_46"/>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QAT Baseline: Full Model Retraining</a:t>
            </a:r>
            <a:endParaRPr/>
          </a:p>
        </p:txBody>
      </p:sp>
      <p:sp>
        <p:nvSpPr>
          <p:cNvPr id="275" name="Google Shape;275;g3aa5212e2d3_0_46"/>
          <p:cNvSpPr txBox="1"/>
          <p:nvPr>
            <p:ph idx="1" type="body"/>
          </p:nvPr>
        </p:nvSpPr>
        <p:spPr>
          <a:xfrm>
            <a:off x="631251" y="1167350"/>
            <a:ext cx="5805000" cy="5121600"/>
          </a:xfrm>
          <a:prstGeom prst="rect">
            <a:avLst/>
          </a:prstGeom>
        </p:spPr>
        <p:txBody>
          <a:bodyPr anchorCtr="0" anchor="t" bIns="45700" lIns="91425" spcFirstLastPara="1" rIns="91425" wrap="square" tIns="45700">
            <a:normAutofit fontScale="92500" lnSpcReduction="20000"/>
          </a:bodyPr>
          <a:lstStyle/>
          <a:p>
            <a:pPr indent="-381793" lvl="0" marL="457200" rtl="0" algn="l">
              <a:spcBef>
                <a:spcPts val="360"/>
              </a:spcBef>
              <a:spcAft>
                <a:spcPts val="0"/>
              </a:spcAft>
              <a:buSzPct val="100000"/>
              <a:buFont typeface="EB Garamond"/>
              <a:buChar char="•"/>
            </a:pPr>
            <a:r>
              <a:rPr lang="en-US" sz="2608">
                <a:latin typeface="EB Garamond"/>
                <a:ea typeface="EB Garamond"/>
                <a:cs typeface="EB Garamond"/>
                <a:sym typeface="EB Garamond"/>
              </a:rPr>
              <a:t>Retrained 100% of parameters (</a:t>
            </a:r>
            <a:r>
              <a:rPr i="1" lang="en-US" sz="2608">
                <a:latin typeface="EB Garamond"/>
                <a:ea typeface="EB Garamond"/>
                <a:cs typeface="EB Garamond"/>
                <a:sym typeface="EB Garamond"/>
              </a:rPr>
              <a:t>~2.2M</a:t>
            </a:r>
            <a:r>
              <a:rPr lang="en-US" sz="2608">
                <a:latin typeface="EB Garamond"/>
                <a:ea typeface="EB Garamond"/>
                <a:cs typeface="EB Garamond"/>
                <a:sym typeface="EB Garamond"/>
              </a:rPr>
              <a:t>) using fake-quant modules that mimic INT8 behavior during training.</a:t>
            </a:r>
            <a:endParaRPr sz="2608">
              <a:latin typeface="EB Garamond"/>
              <a:ea typeface="EB Garamond"/>
              <a:cs typeface="EB Garamond"/>
              <a:sym typeface="EB Garamond"/>
            </a:endParaRPr>
          </a:p>
          <a:p>
            <a:pPr indent="0" lvl="0" marL="0" rtl="0" algn="l">
              <a:spcBef>
                <a:spcPts val="360"/>
              </a:spcBef>
              <a:spcAft>
                <a:spcPts val="0"/>
              </a:spcAft>
              <a:buNone/>
            </a:pPr>
            <a:r>
              <a:t/>
            </a:r>
            <a:endParaRPr sz="2608">
              <a:latin typeface="EB Garamond"/>
              <a:ea typeface="EB Garamond"/>
              <a:cs typeface="EB Garamond"/>
              <a:sym typeface="EB Garamond"/>
            </a:endParaRPr>
          </a:p>
          <a:p>
            <a:pPr indent="-381793" lvl="0" marL="457200" rtl="0" algn="l">
              <a:spcBef>
                <a:spcPts val="360"/>
              </a:spcBef>
              <a:spcAft>
                <a:spcPts val="0"/>
              </a:spcAft>
              <a:buSzPct val="100000"/>
              <a:buFont typeface="EB Garamond"/>
              <a:buChar char="•"/>
            </a:pPr>
            <a:r>
              <a:rPr lang="en-US" sz="2608">
                <a:latin typeface="EB Garamond"/>
                <a:ea typeface="EB Garamond"/>
                <a:cs typeface="EB Garamond"/>
                <a:sym typeface="EB Garamond"/>
              </a:rPr>
              <a:t>Restores accuracy to </a:t>
            </a:r>
            <a:r>
              <a:rPr b="1" lang="en-US" sz="2608">
                <a:latin typeface="EB Garamond"/>
                <a:ea typeface="EB Garamond"/>
                <a:cs typeface="EB Garamond"/>
                <a:sym typeface="EB Garamond"/>
              </a:rPr>
              <a:t>~93%</a:t>
            </a:r>
            <a:r>
              <a:rPr lang="en-US" sz="2608">
                <a:latin typeface="EB Garamond"/>
                <a:ea typeface="EB Garamond"/>
                <a:cs typeface="EB Garamond"/>
                <a:sym typeface="EB Garamond"/>
              </a:rPr>
              <a:t>, </a:t>
            </a:r>
            <a:r>
              <a:rPr lang="en-US" sz="2608">
                <a:latin typeface="EB Garamond"/>
                <a:ea typeface="EB Garamond"/>
                <a:cs typeface="EB Garamond"/>
                <a:sym typeface="EB Garamond"/>
              </a:rPr>
              <a:t>eliminating the large activation mismatch observed in PTQ.</a:t>
            </a:r>
            <a:endParaRPr sz="2608">
              <a:latin typeface="EB Garamond"/>
              <a:ea typeface="EB Garamond"/>
              <a:cs typeface="EB Garamond"/>
              <a:sym typeface="EB Garamond"/>
            </a:endParaRPr>
          </a:p>
          <a:p>
            <a:pPr indent="0" lvl="0" marL="0" rtl="0" algn="l">
              <a:spcBef>
                <a:spcPts val="360"/>
              </a:spcBef>
              <a:spcAft>
                <a:spcPts val="0"/>
              </a:spcAft>
              <a:buNone/>
            </a:pPr>
            <a:r>
              <a:t/>
            </a:r>
            <a:endParaRPr sz="2608">
              <a:latin typeface="EB Garamond"/>
              <a:ea typeface="EB Garamond"/>
              <a:cs typeface="EB Garamond"/>
              <a:sym typeface="EB Garamond"/>
            </a:endParaRPr>
          </a:p>
          <a:p>
            <a:pPr indent="-381793" lvl="0" marL="457200" rtl="0" algn="l">
              <a:spcBef>
                <a:spcPts val="360"/>
              </a:spcBef>
              <a:spcAft>
                <a:spcPts val="0"/>
              </a:spcAft>
              <a:buSzPct val="100000"/>
              <a:buFont typeface="EB Garamond"/>
              <a:buChar char="•"/>
            </a:pPr>
            <a:r>
              <a:rPr lang="en-US" sz="2608">
                <a:latin typeface="EB Garamond"/>
                <a:ea typeface="EB Garamond"/>
                <a:cs typeface="EB Garamond"/>
                <a:sym typeface="EB Garamond"/>
              </a:rPr>
              <a:t>Shows letting weights to adapt and learn the quantization grid resolves the structural sensitivity of depthwise </a:t>
            </a:r>
            <a:r>
              <a:rPr lang="en-US" sz="2608">
                <a:latin typeface="EB Garamond"/>
                <a:ea typeface="EB Garamond"/>
                <a:cs typeface="EB Garamond"/>
                <a:sym typeface="EB Garamond"/>
              </a:rPr>
              <a:t>layers.</a:t>
            </a:r>
            <a:endParaRPr sz="2608">
              <a:latin typeface="EB Garamond"/>
              <a:ea typeface="EB Garamond"/>
              <a:cs typeface="EB Garamond"/>
              <a:sym typeface="EB Garamond"/>
            </a:endParaRPr>
          </a:p>
          <a:p>
            <a:pPr indent="0" lvl="0" marL="0" rtl="0" algn="l">
              <a:spcBef>
                <a:spcPts val="360"/>
              </a:spcBef>
              <a:spcAft>
                <a:spcPts val="0"/>
              </a:spcAft>
              <a:buNone/>
            </a:pPr>
            <a:r>
              <a:t/>
            </a:r>
            <a:endParaRPr sz="2608">
              <a:latin typeface="EB Garamond"/>
              <a:ea typeface="EB Garamond"/>
              <a:cs typeface="EB Garamond"/>
              <a:sym typeface="EB Garamond"/>
            </a:endParaRPr>
          </a:p>
          <a:p>
            <a:pPr indent="-381793" lvl="0" marL="457200" rtl="0" algn="l">
              <a:spcBef>
                <a:spcPts val="360"/>
              </a:spcBef>
              <a:spcAft>
                <a:spcPts val="0"/>
              </a:spcAft>
              <a:buSzPct val="100000"/>
              <a:buFont typeface="EB Garamond"/>
              <a:buChar char="•"/>
            </a:pPr>
            <a:r>
              <a:rPr lang="en-US" sz="2608">
                <a:latin typeface="EB Garamond"/>
                <a:ea typeface="EB Garamond"/>
                <a:cs typeface="EB Garamond"/>
                <a:sym typeface="EB Garamond"/>
              </a:rPr>
              <a:t>Full QAT is expensive, motivating selective approaches that retrain only most quantization-sensitive layers.</a:t>
            </a:r>
            <a:endParaRPr sz="2608">
              <a:latin typeface="EB Garamond"/>
              <a:ea typeface="EB Garamond"/>
              <a:cs typeface="EB Garamond"/>
              <a:sym typeface="EB Garamond"/>
            </a:endParaRPr>
          </a:p>
          <a:p>
            <a:pPr indent="0" lvl="0" marL="0" rtl="0" algn="l">
              <a:spcBef>
                <a:spcPts val="360"/>
              </a:spcBef>
              <a:spcAft>
                <a:spcPts val="0"/>
              </a:spcAft>
              <a:buNone/>
            </a:pPr>
            <a:r>
              <a:t/>
            </a:r>
            <a:endParaRPr sz="2608">
              <a:latin typeface="EB Garamond"/>
              <a:ea typeface="EB Garamond"/>
              <a:cs typeface="EB Garamond"/>
              <a:sym typeface="EB Garamond"/>
            </a:endParaRPr>
          </a:p>
        </p:txBody>
      </p:sp>
      <p:pic>
        <p:nvPicPr>
          <p:cNvPr id="276" name="Google Shape;276;g3aa5212e2d3_0_46"/>
          <p:cNvPicPr preferRelativeResize="0"/>
          <p:nvPr/>
        </p:nvPicPr>
        <p:blipFill>
          <a:blip r:embed="rId3">
            <a:alphaModFix/>
          </a:blip>
          <a:stretch>
            <a:fillRect/>
          </a:stretch>
        </p:blipFill>
        <p:spPr>
          <a:xfrm>
            <a:off x="6436250" y="1848950"/>
            <a:ext cx="5678400" cy="4240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aa5212e2d3_0_36"/>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SzPts val="990"/>
              <a:buNone/>
            </a:pPr>
            <a:r>
              <a:rPr lang="en-US" sz="4220"/>
              <a:t>QAT Experiment: Classifier-Only Retraining</a:t>
            </a:r>
            <a:endParaRPr sz="4220"/>
          </a:p>
        </p:txBody>
      </p:sp>
      <p:sp>
        <p:nvSpPr>
          <p:cNvPr id="282" name="Google Shape;282;g3aa5212e2d3_0_36"/>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81000" lvl="0" marL="457200" rtl="0" algn="l">
              <a:spcBef>
                <a:spcPts val="360"/>
              </a:spcBef>
              <a:spcAft>
                <a:spcPts val="0"/>
              </a:spcAft>
              <a:buSzPts val="2400"/>
              <a:buFont typeface="EB Garamond"/>
              <a:buChar char="•"/>
            </a:pPr>
            <a:r>
              <a:rPr lang="en-US" sz="2400">
                <a:latin typeface="EB Garamond"/>
                <a:ea typeface="EB Garamond"/>
                <a:cs typeface="EB Garamond"/>
                <a:sym typeface="EB Garamond"/>
              </a:rPr>
              <a:t>Retrained final classifier layer (</a:t>
            </a:r>
            <a:r>
              <a:rPr i="1" lang="en-US" sz="2400">
                <a:latin typeface="EB Garamond"/>
                <a:ea typeface="EB Garamond"/>
                <a:cs typeface="EB Garamond"/>
                <a:sym typeface="EB Garamond"/>
              </a:rPr>
              <a:t>0.6% parameters</a:t>
            </a:r>
            <a:r>
              <a:rPr lang="en-US" sz="2400">
                <a:latin typeface="EB Garamond"/>
                <a:ea typeface="EB Garamond"/>
                <a:cs typeface="EB Garamond"/>
                <a:sym typeface="EB Garamond"/>
              </a:rPr>
              <a:t>) while freezing all convolutional blocks.</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Model showed severe instability, final converted INT8 model degraded significantly to</a:t>
            </a:r>
            <a:r>
              <a:rPr lang="en-US" sz="2400">
                <a:solidFill>
                  <a:srgbClr val="CC0000"/>
                </a:solidFill>
                <a:latin typeface="EB Garamond"/>
                <a:ea typeface="EB Garamond"/>
                <a:cs typeface="EB Garamond"/>
                <a:sym typeface="EB Garamond"/>
              </a:rPr>
              <a:t> </a:t>
            </a:r>
            <a:r>
              <a:rPr b="1" lang="en-US" sz="2400">
                <a:solidFill>
                  <a:srgbClr val="CC0000"/>
                </a:solidFill>
                <a:latin typeface="EB Garamond"/>
                <a:ea typeface="EB Garamond"/>
                <a:cs typeface="EB Garamond"/>
                <a:sym typeface="EB Garamond"/>
              </a:rPr>
              <a:t>87.67%</a:t>
            </a:r>
            <a:r>
              <a:rPr lang="en-US" sz="2400">
                <a:solidFill>
                  <a:srgbClr val="CC0000"/>
                </a:solidFill>
                <a:latin typeface="EB Garamond"/>
                <a:ea typeface="EB Garamond"/>
                <a:cs typeface="EB Garamond"/>
                <a:sym typeface="EB Garamond"/>
              </a:rPr>
              <a:t> </a:t>
            </a:r>
            <a:r>
              <a:rPr lang="en-US" sz="2400">
                <a:latin typeface="EB Garamond"/>
                <a:ea typeface="EB Garamond"/>
                <a:cs typeface="EB Garamond"/>
                <a:sym typeface="EB Garamond"/>
              </a:rPr>
              <a:t>accuracy.</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Demonstrates that quantization errors originate in earlier layers, not in the classifier.</a:t>
            </a:r>
            <a:endParaRPr sz="2400">
              <a:latin typeface="EB Garamond"/>
              <a:ea typeface="EB Garamond"/>
              <a:cs typeface="EB Garamond"/>
              <a:sym typeface="EB Garamond"/>
            </a:endParaRPr>
          </a:p>
          <a:p>
            <a:pPr indent="-381000" lvl="0" marL="457200" rtl="0" algn="l">
              <a:spcBef>
                <a:spcPts val="0"/>
              </a:spcBef>
              <a:spcAft>
                <a:spcPts val="0"/>
              </a:spcAft>
              <a:buSzPts val="2400"/>
              <a:buFont typeface="EB Garamond"/>
              <a:buChar char="•"/>
            </a:pPr>
            <a:r>
              <a:rPr lang="en-US" sz="2400">
                <a:latin typeface="EB Garamond"/>
                <a:ea typeface="EB Garamond"/>
                <a:cs typeface="EB Garamond"/>
                <a:sym typeface="EB Garamond"/>
              </a:rPr>
              <a:t>Confirms the need for depth-wise focused retraining to restore MobileNetV2 INT8 accuracy.</a:t>
            </a:r>
            <a:endParaRPr sz="2400">
              <a:latin typeface="EB Garamond"/>
              <a:ea typeface="EB Garamond"/>
              <a:cs typeface="EB Garamond"/>
              <a:sym typeface="EB Garamond"/>
            </a:endParaRPr>
          </a:p>
        </p:txBody>
      </p:sp>
      <p:pic>
        <p:nvPicPr>
          <p:cNvPr id="283" name="Google Shape;283;g3aa5212e2d3_0_36"/>
          <p:cNvPicPr preferRelativeResize="0"/>
          <p:nvPr/>
        </p:nvPicPr>
        <p:blipFill>
          <a:blip r:embed="rId3">
            <a:alphaModFix/>
          </a:blip>
          <a:stretch>
            <a:fillRect/>
          </a:stretch>
        </p:blipFill>
        <p:spPr>
          <a:xfrm>
            <a:off x="1571625" y="3517025"/>
            <a:ext cx="9048750" cy="2790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ced6cdd6b_0_4"/>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QAT Experiment: Depthwise Retraining</a:t>
            </a:r>
            <a:endParaRPr/>
          </a:p>
        </p:txBody>
      </p:sp>
      <p:sp>
        <p:nvSpPr>
          <p:cNvPr id="289" name="Google Shape;289;g3aced6cdd6b_0_4"/>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61950" lvl="0" marL="457200" rtl="0" algn="l">
              <a:spcBef>
                <a:spcPts val="360"/>
              </a:spcBef>
              <a:spcAft>
                <a:spcPts val="0"/>
              </a:spcAft>
              <a:buSzPts val="2100"/>
              <a:buFont typeface="EB Garamond"/>
              <a:buChar char="•"/>
            </a:pPr>
            <a:r>
              <a:rPr lang="en-US" sz="2100">
                <a:latin typeface="EB Garamond"/>
                <a:ea typeface="EB Garamond"/>
                <a:cs typeface="EB Garamond"/>
                <a:sym typeface="EB Garamond"/>
              </a:rPr>
              <a:t>Retrained only depthwise convolutions (</a:t>
            </a:r>
            <a:r>
              <a:rPr i="1" lang="en-US" sz="2100">
                <a:latin typeface="EB Garamond"/>
                <a:ea typeface="EB Garamond"/>
                <a:cs typeface="EB Garamond"/>
                <a:sym typeface="EB Garamond"/>
              </a:rPr>
              <a:t>3.4% parameters</a:t>
            </a:r>
            <a:r>
              <a:rPr lang="en-US" sz="2100">
                <a:latin typeface="EB Garamond"/>
                <a:ea typeface="EB Garamond"/>
                <a:cs typeface="EB Garamond"/>
                <a:sym typeface="EB Garamond"/>
              </a:rPr>
              <a:t>) while freezing all 1x1 pointwise and bottleneck layers.</a:t>
            </a:r>
            <a:endParaRPr sz="2100">
              <a:latin typeface="EB Garamond"/>
              <a:ea typeface="EB Garamond"/>
              <a:cs typeface="EB Garamond"/>
              <a:sym typeface="EB Garamond"/>
            </a:endParaRPr>
          </a:p>
          <a:p>
            <a:pPr indent="-361950" lvl="0" marL="457200" rtl="0" algn="l">
              <a:spcBef>
                <a:spcPts val="0"/>
              </a:spcBef>
              <a:spcAft>
                <a:spcPts val="0"/>
              </a:spcAft>
              <a:buSzPts val="2100"/>
              <a:buFont typeface="EB Garamond"/>
              <a:buChar char="•"/>
            </a:pPr>
            <a:r>
              <a:rPr lang="en-US" sz="2100">
                <a:latin typeface="EB Garamond"/>
                <a:ea typeface="EB Garamond"/>
                <a:cs typeface="EB Garamond"/>
                <a:sym typeface="EB Garamond"/>
              </a:rPr>
              <a:t>Converted INT8 accuracy improved to </a:t>
            </a:r>
            <a:r>
              <a:rPr b="1" lang="en-US" sz="2100">
                <a:solidFill>
                  <a:srgbClr val="38761D"/>
                </a:solidFill>
                <a:latin typeface="EB Garamond"/>
                <a:ea typeface="EB Garamond"/>
                <a:cs typeface="EB Garamond"/>
                <a:sym typeface="EB Garamond"/>
              </a:rPr>
              <a:t>~90.63%</a:t>
            </a:r>
            <a:r>
              <a:rPr lang="en-US" sz="2100">
                <a:latin typeface="EB Garamond"/>
                <a:ea typeface="EB Garamond"/>
                <a:cs typeface="EB Garamond"/>
                <a:sym typeface="EB Garamond"/>
              </a:rPr>
              <a:t>, recovering most of the performance lost under PTQ and outperforming classifier-only QAT.</a:t>
            </a:r>
            <a:endParaRPr sz="2100">
              <a:latin typeface="EB Garamond"/>
              <a:ea typeface="EB Garamond"/>
              <a:cs typeface="EB Garamond"/>
              <a:sym typeface="EB Garamond"/>
            </a:endParaRPr>
          </a:p>
          <a:p>
            <a:pPr indent="-361950" lvl="0" marL="457200" rtl="0" algn="l">
              <a:spcBef>
                <a:spcPts val="0"/>
              </a:spcBef>
              <a:spcAft>
                <a:spcPts val="0"/>
              </a:spcAft>
              <a:buSzPts val="2100"/>
              <a:buFont typeface="EB Garamond"/>
              <a:buChar char="•"/>
            </a:pPr>
            <a:r>
              <a:rPr lang="en-US" sz="2100">
                <a:latin typeface="EB Garamond"/>
                <a:ea typeface="EB Garamond"/>
                <a:cs typeface="EB Garamond"/>
                <a:sym typeface="EB Garamond"/>
              </a:rPr>
              <a:t>Directly corrects per-channel quantization drift, stabilizing activation distributions where quantization error is introduced.</a:t>
            </a:r>
            <a:endParaRPr sz="2100">
              <a:latin typeface="EB Garamond"/>
              <a:ea typeface="EB Garamond"/>
              <a:cs typeface="EB Garamond"/>
              <a:sym typeface="EB Garamond"/>
            </a:endParaRPr>
          </a:p>
          <a:p>
            <a:pPr indent="-361950" lvl="0" marL="457200" rtl="0" algn="l">
              <a:spcBef>
                <a:spcPts val="0"/>
              </a:spcBef>
              <a:spcAft>
                <a:spcPts val="0"/>
              </a:spcAft>
              <a:buSzPts val="2100"/>
              <a:buFont typeface="EB Garamond"/>
              <a:buChar char="•"/>
            </a:pPr>
            <a:r>
              <a:rPr lang="en-US" sz="2100">
                <a:latin typeface="EB Garamond"/>
                <a:ea typeface="EB Garamond"/>
                <a:cs typeface="EB Garamond"/>
                <a:sym typeface="EB Garamond"/>
              </a:rPr>
              <a:t>Still </a:t>
            </a:r>
            <a:r>
              <a:rPr b="1" lang="en-US" sz="2100">
                <a:solidFill>
                  <a:srgbClr val="FF0000"/>
                </a:solidFill>
                <a:latin typeface="EB Garamond"/>
                <a:ea typeface="EB Garamond"/>
                <a:cs typeface="EB Garamond"/>
                <a:sym typeface="EB Garamond"/>
              </a:rPr>
              <a:t>~2%</a:t>
            </a:r>
            <a:r>
              <a:rPr lang="en-US" sz="2100">
                <a:latin typeface="EB Garamond"/>
                <a:ea typeface="EB Garamond"/>
                <a:cs typeface="EB Garamond"/>
                <a:sym typeface="EB Garamond"/>
              </a:rPr>
              <a:t> accuracy short, drift plot shows persistent high error in depthwise blocks, motivating need to include 1x1 expansion layers for accuracy gains.</a:t>
            </a:r>
            <a:endParaRPr sz="2100">
              <a:latin typeface="EB Garamond"/>
              <a:ea typeface="EB Garamond"/>
              <a:cs typeface="EB Garamond"/>
              <a:sym typeface="EB Garamond"/>
            </a:endParaRPr>
          </a:p>
        </p:txBody>
      </p:sp>
      <p:pic>
        <p:nvPicPr>
          <p:cNvPr id="290" name="Google Shape;290;g3aced6cdd6b_0_4"/>
          <p:cNvPicPr preferRelativeResize="0"/>
          <p:nvPr/>
        </p:nvPicPr>
        <p:blipFill>
          <a:blip r:embed="rId3">
            <a:alphaModFix/>
          </a:blip>
          <a:stretch>
            <a:fillRect/>
          </a:stretch>
        </p:blipFill>
        <p:spPr>
          <a:xfrm>
            <a:off x="6289000" y="4468476"/>
            <a:ext cx="5721475" cy="1764625"/>
          </a:xfrm>
          <a:prstGeom prst="rect">
            <a:avLst/>
          </a:prstGeom>
          <a:noFill/>
          <a:ln>
            <a:noFill/>
          </a:ln>
        </p:spPr>
      </p:pic>
      <p:pic>
        <p:nvPicPr>
          <p:cNvPr id="291" name="Google Shape;291;g3aced6cdd6b_0_4" title="download-1.png"/>
          <p:cNvPicPr preferRelativeResize="0"/>
          <p:nvPr/>
        </p:nvPicPr>
        <p:blipFill>
          <a:blip r:embed="rId4">
            <a:alphaModFix/>
          </a:blip>
          <a:stretch>
            <a:fillRect/>
          </a:stretch>
        </p:blipFill>
        <p:spPr>
          <a:xfrm>
            <a:off x="83070" y="3921000"/>
            <a:ext cx="6090274" cy="2859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aa5212e2d3_0_41"/>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SzPts val="990"/>
              <a:buNone/>
            </a:pPr>
            <a:r>
              <a:rPr lang="en-US" sz="4220"/>
              <a:t>QAT Experiment: Depthwise + 1x1 Pointwise</a:t>
            </a:r>
            <a:endParaRPr sz="4120"/>
          </a:p>
        </p:txBody>
      </p:sp>
      <p:sp>
        <p:nvSpPr>
          <p:cNvPr id="297" name="Google Shape;297;g3aa5212e2d3_0_41"/>
          <p:cNvSpPr txBox="1"/>
          <p:nvPr>
            <p:ph idx="1" type="body"/>
          </p:nvPr>
        </p:nvSpPr>
        <p:spPr>
          <a:xfrm>
            <a:off x="573950" y="1203154"/>
            <a:ext cx="10972800" cy="2706900"/>
          </a:xfrm>
          <a:prstGeom prst="rect">
            <a:avLst/>
          </a:prstGeom>
        </p:spPr>
        <p:txBody>
          <a:bodyPr anchorCtr="0" anchor="t" bIns="45700" lIns="91425" spcFirstLastPara="1" rIns="91425" wrap="square" tIns="45700">
            <a:normAutofit/>
          </a:bodyPr>
          <a:lstStyle/>
          <a:p>
            <a:pPr indent="-374650" lvl="0" marL="457200" rtl="0" algn="l">
              <a:spcBef>
                <a:spcPts val="360"/>
              </a:spcBef>
              <a:spcAft>
                <a:spcPts val="0"/>
              </a:spcAft>
              <a:buSzPts val="2300"/>
              <a:buFont typeface="EB Garamond"/>
              <a:buChar char="•"/>
            </a:pPr>
            <a:r>
              <a:rPr lang="en-US" sz="2300">
                <a:latin typeface="EB Garamond"/>
                <a:ea typeface="EB Garamond"/>
                <a:cs typeface="EB Garamond"/>
                <a:sym typeface="EB Garamond"/>
              </a:rPr>
              <a:t>Expanded training scope to include pointwise 1x1 projection layers </a:t>
            </a:r>
            <a:r>
              <a:rPr lang="en-US" sz="2300">
                <a:latin typeface="EB Garamond"/>
                <a:ea typeface="EB Garamond"/>
                <a:cs typeface="EB Garamond"/>
                <a:sym typeface="EB Garamond"/>
              </a:rPr>
              <a:t>(</a:t>
            </a:r>
            <a:r>
              <a:rPr i="1" lang="en-US" sz="2300">
                <a:latin typeface="EB Garamond"/>
                <a:ea typeface="EB Garamond"/>
                <a:cs typeface="EB Garamond"/>
                <a:sym typeface="EB Garamond"/>
              </a:rPr>
              <a:t>~46.5% parameters</a:t>
            </a:r>
            <a:r>
              <a:rPr lang="en-US" sz="2300">
                <a:latin typeface="EB Garamond"/>
                <a:ea typeface="EB Garamond"/>
                <a:cs typeface="EB Garamond"/>
                <a:sym typeface="EB Garamond"/>
              </a:rPr>
              <a:t>) </a:t>
            </a:r>
            <a:r>
              <a:rPr lang="en-US" sz="2300">
                <a:latin typeface="EB Garamond"/>
                <a:ea typeface="EB Garamond"/>
                <a:cs typeface="EB Garamond"/>
                <a:sym typeface="EB Garamond"/>
              </a:rPr>
              <a:t>to resolve feature mismatch and instability caused by depthwise shifting.</a:t>
            </a:r>
            <a:endParaRPr sz="2300">
              <a:latin typeface="EB Garamond"/>
              <a:ea typeface="EB Garamond"/>
              <a:cs typeface="EB Garamond"/>
              <a:sym typeface="EB Garamond"/>
            </a:endParaRPr>
          </a:p>
          <a:p>
            <a:pPr indent="-374650" lvl="0" marL="457200" rtl="0" algn="l">
              <a:spcBef>
                <a:spcPts val="0"/>
              </a:spcBef>
              <a:spcAft>
                <a:spcPts val="0"/>
              </a:spcAft>
              <a:buSzPts val="2300"/>
              <a:buFont typeface="EB Garamond"/>
              <a:buChar char="•"/>
            </a:pPr>
            <a:r>
              <a:rPr lang="en-US" sz="2300">
                <a:latin typeface="EB Garamond"/>
                <a:ea typeface="EB Garamond"/>
                <a:cs typeface="EB Garamond"/>
                <a:sym typeface="EB Garamond"/>
              </a:rPr>
              <a:t>INT8 accuracy increased to </a:t>
            </a:r>
            <a:r>
              <a:rPr b="1" lang="en-US" sz="2300">
                <a:solidFill>
                  <a:srgbClr val="38761D"/>
                </a:solidFill>
                <a:latin typeface="EB Garamond"/>
                <a:ea typeface="EB Garamond"/>
                <a:cs typeface="EB Garamond"/>
                <a:sym typeface="EB Garamond"/>
              </a:rPr>
              <a:t>92.29%</a:t>
            </a:r>
            <a:r>
              <a:rPr lang="en-US" sz="2300">
                <a:latin typeface="EB Garamond"/>
                <a:ea typeface="EB Garamond"/>
                <a:cs typeface="EB Garamond"/>
                <a:sym typeface="EB Garamond"/>
              </a:rPr>
              <a:t>, nearly matching full QAT performance while updating less than half the model.</a:t>
            </a:r>
            <a:endParaRPr sz="2300">
              <a:latin typeface="EB Garamond"/>
              <a:ea typeface="EB Garamond"/>
              <a:cs typeface="EB Garamond"/>
              <a:sym typeface="EB Garamond"/>
            </a:endParaRPr>
          </a:p>
          <a:p>
            <a:pPr indent="-374650" lvl="0" marL="457200" rtl="0" algn="l">
              <a:spcBef>
                <a:spcPts val="0"/>
              </a:spcBef>
              <a:spcAft>
                <a:spcPts val="0"/>
              </a:spcAft>
              <a:buSzPts val="2300"/>
              <a:buFont typeface="EB Garamond"/>
              <a:buChar char="•"/>
            </a:pPr>
            <a:r>
              <a:rPr lang="en-US" sz="2300">
                <a:latin typeface="EB Garamond"/>
                <a:ea typeface="EB Garamond"/>
                <a:cs typeface="EB Garamond"/>
                <a:sym typeface="EB Garamond"/>
              </a:rPr>
              <a:t>Stabilizes both per-channel and cross-channel </a:t>
            </a:r>
            <a:r>
              <a:rPr lang="en-US" sz="2300">
                <a:latin typeface="EB Garamond"/>
                <a:ea typeface="EB Garamond"/>
                <a:cs typeface="EB Garamond"/>
                <a:sym typeface="EB Garamond"/>
              </a:rPr>
              <a:t>activations</a:t>
            </a:r>
            <a:r>
              <a:rPr lang="en-US" sz="2300">
                <a:latin typeface="EB Garamond"/>
                <a:ea typeface="EB Garamond"/>
                <a:cs typeface="EB Garamond"/>
                <a:sym typeface="EB Garamond"/>
              </a:rPr>
              <a:t>, eliminating major structural source of quantization drift.</a:t>
            </a:r>
            <a:endParaRPr sz="2300">
              <a:latin typeface="EB Garamond"/>
              <a:ea typeface="EB Garamond"/>
              <a:cs typeface="EB Garamond"/>
              <a:sym typeface="EB Garamond"/>
            </a:endParaRPr>
          </a:p>
        </p:txBody>
      </p:sp>
      <p:pic>
        <p:nvPicPr>
          <p:cNvPr id="298" name="Google Shape;298;g3aa5212e2d3_0_41" title="The-inverted-Residual-Block-the-building-block-of-Mobilenetv2.png"/>
          <p:cNvPicPr preferRelativeResize="0"/>
          <p:nvPr/>
        </p:nvPicPr>
        <p:blipFill>
          <a:blip r:embed="rId3">
            <a:alphaModFix/>
          </a:blip>
          <a:stretch>
            <a:fillRect/>
          </a:stretch>
        </p:blipFill>
        <p:spPr>
          <a:xfrm>
            <a:off x="0" y="4116600"/>
            <a:ext cx="5473437" cy="2617111"/>
          </a:xfrm>
          <a:prstGeom prst="rect">
            <a:avLst/>
          </a:prstGeom>
          <a:noFill/>
          <a:ln>
            <a:noFill/>
          </a:ln>
        </p:spPr>
      </p:pic>
      <p:cxnSp>
        <p:nvCxnSpPr>
          <p:cNvPr id="299" name="Google Shape;299;g3aa5212e2d3_0_41"/>
          <p:cNvCxnSpPr/>
          <p:nvPr/>
        </p:nvCxnSpPr>
        <p:spPr>
          <a:xfrm rot="10800000">
            <a:off x="3036686" y="6386359"/>
            <a:ext cx="1571700" cy="316500"/>
          </a:xfrm>
          <a:prstGeom prst="straightConnector1">
            <a:avLst/>
          </a:prstGeom>
          <a:noFill/>
          <a:ln cap="flat" cmpd="sng" w="9850">
            <a:solidFill>
              <a:schemeClr val="dk2"/>
            </a:solidFill>
            <a:prstDash val="solid"/>
            <a:round/>
            <a:headEnd len="med" w="med" type="none"/>
            <a:tailEnd len="med" w="med" type="triangle"/>
          </a:ln>
        </p:spPr>
      </p:cxnSp>
      <p:cxnSp>
        <p:nvCxnSpPr>
          <p:cNvPr id="300" name="Google Shape;300;g3aa5212e2d3_0_41"/>
          <p:cNvCxnSpPr/>
          <p:nvPr/>
        </p:nvCxnSpPr>
        <p:spPr>
          <a:xfrm rot="10800000">
            <a:off x="4578709" y="6401389"/>
            <a:ext cx="18600" cy="301200"/>
          </a:xfrm>
          <a:prstGeom prst="straightConnector1">
            <a:avLst/>
          </a:prstGeom>
          <a:noFill/>
          <a:ln cap="flat" cmpd="sng" w="9850">
            <a:solidFill>
              <a:schemeClr val="dk2"/>
            </a:solidFill>
            <a:prstDash val="solid"/>
            <a:round/>
            <a:headEnd len="med" w="med" type="none"/>
            <a:tailEnd len="med" w="med" type="triangle"/>
          </a:ln>
        </p:spPr>
      </p:cxnSp>
      <p:sp>
        <p:nvSpPr>
          <p:cNvPr id="301" name="Google Shape;301;g3aa5212e2d3_0_41"/>
          <p:cNvSpPr txBox="1"/>
          <p:nvPr/>
        </p:nvSpPr>
        <p:spPr>
          <a:xfrm>
            <a:off x="4547438" y="6477594"/>
            <a:ext cx="682500" cy="334500"/>
          </a:xfrm>
          <a:prstGeom prst="rect">
            <a:avLst/>
          </a:prstGeom>
          <a:noFill/>
          <a:ln>
            <a:noFill/>
          </a:ln>
        </p:spPr>
        <p:txBody>
          <a:bodyPr anchorCtr="0" anchor="t" bIns="94650" lIns="94650" spcFirstLastPara="1" rIns="94650" wrap="square" tIns="94650">
            <a:spAutoFit/>
          </a:bodyPr>
          <a:lstStyle/>
          <a:p>
            <a:pPr indent="0" lvl="0" marL="0" rtl="0" algn="l">
              <a:spcBef>
                <a:spcPts val="0"/>
              </a:spcBef>
              <a:spcAft>
                <a:spcPts val="0"/>
              </a:spcAft>
              <a:buNone/>
            </a:pPr>
            <a:r>
              <a:rPr b="1" i="1" lang="en-US" sz="931">
                <a:solidFill>
                  <a:schemeClr val="accent6"/>
                </a:solidFill>
                <a:latin typeface="Times New Roman"/>
                <a:ea typeface="Times New Roman"/>
                <a:cs typeface="Times New Roman"/>
                <a:sym typeface="Times New Roman"/>
              </a:rPr>
              <a:t>Retrained</a:t>
            </a:r>
            <a:endParaRPr b="1" i="1" sz="931">
              <a:solidFill>
                <a:schemeClr val="accent6"/>
              </a:solidFill>
              <a:latin typeface="Times New Roman"/>
              <a:ea typeface="Times New Roman"/>
              <a:cs typeface="Times New Roman"/>
              <a:sym typeface="Times New Roman"/>
            </a:endParaRPr>
          </a:p>
        </p:txBody>
      </p:sp>
      <p:sp>
        <p:nvSpPr>
          <p:cNvPr id="302" name="Google Shape;302;g3aa5212e2d3_0_41"/>
          <p:cNvSpPr txBox="1"/>
          <p:nvPr/>
        </p:nvSpPr>
        <p:spPr>
          <a:xfrm>
            <a:off x="394779" y="6377949"/>
            <a:ext cx="682500" cy="334500"/>
          </a:xfrm>
          <a:prstGeom prst="rect">
            <a:avLst/>
          </a:prstGeom>
          <a:noFill/>
          <a:ln>
            <a:noFill/>
          </a:ln>
        </p:spPr>
        <p:txBody>
          <a:bodyPr anchorCtr="0" anchor="t" bIns="94650" lIns="94650" spcFirstLastPara="1" rIns="94650" wrap="square" tIns="94650">
            <a:spAutoFit/>
          </a:bodyPr>
          <a:lstStyle/>
          <a:p>
            <a:pPr indent="0" lvl="0" marL="0" rtl="0" algn="l">
              <a:spcBef>
                <a:spcPts val="0"/>
              </a:spcBef>
              <a:spcAft>
                <a:spcPts val="0"/>
              </a:spcAft>
              <a:buNone/>
            </a:pPr>
            <a:r>
              <a:rPr b="1" i="1" lang="en-US" sz="931">
                <a:solidFill>
                  <a:schemeClr val="accent6"/>
                </a:solidFill>
                <a:latin typeface="Times New Roman"/>
                <a:ea typeface="Times New Roman"/>
                <a:cs typeface="Times New Roman"/>
                <a:sym typeface="Times New Roman"/>
              </a:rPr>
              <a:t>Freeze</a:t>
            </a:r>
            <a:endParaRPr b="1" i="1" sz="931">
              <a:solidFill>
                <a:schemeClr val="accent6"/>
              </a:solidFill>
              <a:latin typeface="Times New Roman"/>
              <a:ea typeface="Times New Roman"/>
              <a:cs typeface="Times New Roman"/>
              <a:sym typeface="Times New Roman"/>
            </a:endParaRPr>
          </a:p>
        </p:txBody>
      </p:sp>
      <p:pic>
        <p:nvPicPr>
          <p:cNvPr id="303" name="Google Shape;303;g3aa5212e2d3_0_41" title="download.png"/>
          <p:cNvPicPr preferRelativeResize="0"/>
          <p:nvPr/>
        </p:nvPicPr>
        <p:blipFill>
          <a:blip r:embed="rId4">
            <a:alphaModFix/>
          </a:blip>
          <a:stretch>
            <a:fillRect/>
          </a:stretch>
        </p:blipFill>
        <p:spPr>
          <a:xfrm>
            <a:off x="5625837" y="4436079"/>
            <a:ext cx="6413764" cy="19781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a5212e2d3_0_68"/>
          <p:cNvSpPr txBox="1"/>
          <p:nvPr>
            <p:ph type="title"/>
          </p:nvPr>
        </p:nvSpPr>
        <p:spPr>
          <a:xfrm>
            <a:off x="413536" y="20647"/>
            <a:ext cx="10972800" cy="92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400"/>
              <a:t>QAT Final Experiment</a:t>
            </a:r>
            <a:r>
              <a:rPr lang="en-US" sz="3400"/>
              <a:t>: Asymmetric Depthwise + 1x1 Layers</a:t>
            </a:r>
            <a:endParaRPr sz="3400"/>
          </a:p>
        </p:txBody>
      </p:sp>
      <p:sp>
        <p:nvSpPr>
          <p:cNvPr id="309" name="Google Shape;309;g3aa5212e2d3_0_68"/>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400050" lvl="0" marL="457200" rtl="0" algn="l">
              <a:spcBef>
                <a:spcPts val="360"/>
              </a:spcBef>
              <a:spcAft>
                <a:spcPts val="0"/>
              </a:spcAft>
              <a:buSzPts val="2700"/>
              <a:buFont typeface="EB Garamond"/>
              <a:buChar char="•"/>
            </a:pPr>
            <a:r>
              <a:rPr lang="en-US" sz="2700">
                <a:latin typeface="EB Garamond"/>
                <a:ea typeface="EB Garamond"/>
                <a:cs typeface="EB Garamond"/>
                <a:sym typeface="EB Garamond"/>
              </a:rPr>
              <a:t>Switched symmetric to asymmetric activation quantization for depthwise + 1x1 retraining.</a:t>
            </a:r>
            <a:endParaRPr sz="2700">
              <a:latin typeface="EB Garamond"/>
              <a:ea typeface="EB Garamond"/>
              <a:cs typeface="EB Garamond"/>
              <a:sym typeface="EB Garamond"/>
            </a:endParaRPr>
          </a:p>
          <a:p>
            <a:pPr indent="-400050" lvl="0" marL="457200" rtl="0" algn="l">
              <a:spcBef>
                <a:spcPts val="0"/>
              </a:spcBef>
              <a:spcAft>
                <a:spcPts val="0"/>
              </a:spcAft>
              <a:buSzPts val="2700"/>
              <a:buFont typeface="EB Garamond"/>
              <a:buChar char="•"/>
            </a:pPr>
            <a:r>
              <a:rPr lang="en-US" sz="2700">
                <a:latin typeface="EB Garamond"/>
                <a:ea typeface="EB Garamond"/>
                <a:cs typeface="EB Garamond"/>
                <a:sym typeface="EB Garamond"/>
              </a:rPr>
              <a:t>Achieved </a:t>
            </a:r>
            <a:r>
              <a:rPr b="1" lang="en-US" sz="2700">
                <a:solidFill>
                  <a:srgbClr val="38761D"/>
                </a:solidFill>
                <a:latin typeface="EB Garamond"/>
                <a:ea typeface="EB Garamond"/>
                <a:cs typeface="EB Garamond"/>
                <a:sym typeface="EB Garamond"/>
              </a:rPr>
              <a:t>93.26%</a:t>
            </a:r>
            <a:r>
              <a:rPr lang="en-US" sz="2700">
                <a:latin typeface="EB Garamond"/>
                <a:ea typeface="EB Garamond"/>
                <a:cs typeface="EB Garamond"/>
                <a:sym typeface="EB Garamond"/>
              </a:rPr>
              <a:t> INT8 accuracy, higher than full QAT performance while retraining only </a:t>
            </a:r>
            <a:r>
              <a:rPr b="1" i="1" lang="en-US" sz="2700">
                <a:latin typeface="EB Garamond"/>
                <a:ea typeface="EB Garamond"/>
                <a:cs typeface="EB Garamond"/>
                <a:sym typeface="EB Garamond"/>
              </a:rPr>
              <a:t>~46.5%</a:t>
            </a:r>
            <a:r>
              <a:rPr lang="en-US" sz="2700">
                <a:latin typeface="EB Garamond"/>
                <a:ea typeface="EB Garamond"/>
                <a:cs typeface="EB Garamond"/>
                <a:sym typeface="EB Garamond"/>
              </a:rPr>
              <a:t> of parameters.</a:t>
            </a:r>
            <a:endParaRPr sz="2700">
              <a:latin typeface="EB Garamond"/>
              <a:ea typeface="EB Garamond"/>
              <a:cs typeface="EB Garamond"/>
              <a:sym typeface="EB Garamond"/>
            </a:endParaRPr>
          </a:p>
          <a:p>
            <a:pPr indent="-400050" lvl="0" marL="457200" rtl="0" algn="l">
              <a:spcBef>
                <a:spcPts val="0"/>
              </a:spcBef>
              <a:spcAft>
                <a:spcPts val="0"/>
              </a:spcAft>
              <a:buSzPts val="2700"/>
              <a:buFont typeface="EB Garamond"/>
              <a:buChar char="•"/>
            </a:pPr>
            <a:r>
              <a:rPr lang="en-US" sz="2700">
                <a:latin typeface="EB Garamond"/>
                <a:ea typeface="EB Garamond"/>
                <a:cs typeface="EB Garamond"/>
                <a:sym typeface="EB Garamond"/>
              </a:rPr>
              <a:t>Better represent ReLU distributions by using the full [0-255] range, reducing clipping and residual drift in bottleneck layers.</a:t>
            </a:r>
            <a:endParaRPr sz="2700">
              <a:latin typeface="EB Garamond"/>
              <a:ea typeface="EB Garamond"/>
              <a:cs typeface="EB Garamond"/>
              <a:sym typeface="EB Garamond"/>
            </a:endParaRPr>
          </a:p>
        </p:txBody>
      </p:sp>
      <p:pic>
        <p:nvPicPr>
          <p:cNvPr id="310" name="Google Shape;310;g3aa5212e2d3_0_68" title="1_JJF-1DooB22YMMOvgohCig.png"/>
          <p:cNvPicPr preferRelativeResize="0"/>
          <p:nvPr/>
        </p:nvPicPr>
        <p:blipFill>
          <a:blip r:embed="rId3">
            <a:alphaModFix/>
          </a:blip>
          <a:stretch>
            <a:fillRect/>
          </a:stretch>
        </p:blipFill>
        <p:spPr>
          <a:xfrm>
            <a:off x="573950" y="4202375"/>
            <a:ext cx="4545051" cy="2655625"/>
          </a:xfrm>
          <a:prstGeom prst="rect">
            <a:avLst/>
          </a:prstGeom>
          <a:noFill/>
          <a:ln>
            <a:noFill/>
          </a:ln>
        </p:spPr>
      </p:pic>
      <p:pic>
        <p:nvPicPr>
          <p:cNvPr id="311" name="Google Shape;311;g3aa5212e2d3_0_68"/>
          <p:cNvPicPr preferRelativeResize="0"/>
          <p:nvPr/>
        </p:nvPicPr>
        <p:blipFill>
          <a:blip r:embed="rId4">
            <a:alphaModFix/>
          </a:blip>
          <a:stretch>
            <a:fillRect/>
          </a:stretch>
        </p:blipFill>
        <p:spPr>
          <a:xfrm>
            <a:off x="5457450" y="4523263"/>
            <a:ext cx="6529549" cy="2013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aa5212e2d3_0_75"/>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Experimental Results Summary</a:t>
            </a:r>
            <a:endParaRPr/>
          </a:p>
        </p:txBody>
      </p:sp>
      <p:pic>
        <p:nvPicPr>
          <p:cNvPr id="317" name="Google Shape;317;g3aa5212e2d3_0_75"/>
          <p:cNvPicPr preferRelativeResize="0"/>
          <p:nvPr/>
        </p:nvPicPr>
        <p:blipFill>
          <a:blip r:embed="rId3">
            <a:alphaModFix/>
          </a:blip>
          <a:stretch>
            <a:fillRect/>
          </a:stretch>
        </p:blipFill>
        <p:spPr>
          <a:xfrm>
            <a:off x="152600" y="1779750"/>
            <a:ext cx="11886800" cy="3658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aa5212e2d3_0_80"/>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Conclusion</a:t>
            </a:r>
            <a:endParaRPr/>
          </a:p>
        </p:txBody>
      </p:sp>
      <p:sp>
        <p:nvSpPr>
          <p:cNvPr id="323" name="Google Shape;323;g3aa5212e2d3_0_80"/>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MobileNetV2’s quantization errors are concentrated in depthwise and 1x1 bottleneck layers, making standard PTQ unreliable.</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Selective QAT on these layers (</a:t>
            </a:r>
            <a:r>
              <a:rPr i="1" lang="en-US" sz="2500">
                <a:latin typeface="EB Garamond"/>
                <a:ea typeface="EB Garamond"/>
                <a:cs typeface="EB Garamond"/>
                <a:sym typeface="EB Garamond"/>
              </a:rPr>
              <a:t>~46.5% parameters</a:t>
            </a:r>
            <a:r>
              <a:rPr lang="en-US" sz="2500">
                <a:latin typeface="EB Garamond"/>
                <a:ea typeface="EB Garamond"/>
                <a:cs typeface="EB Garamond"/>
                <a:sym typeface="EB Garamond"/>
              </a:rPr>
              <a:t>) recovers nearly all INT8 accuracy of full QAT while leaving rest of model frozen.</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Asymmetric activation quantization eliminates residual drift in ReLU bottlenecks, achieving </a:t>
            </a:r>
            <a:r>
              <a:rPr b="1" lang="en-US" sz="2500">
                <a:solidFill>
                  <a:srgbClr val="38761D"/>
                </a:solidFill>
                <a:latin typeface="EB Garamond"/>
                <a:ea typeface="EB Garamond"/>
                <a:cs typeface="EB Garamond"/>
                <a:sym typeface="EB Garamond"/>
              </a:rPr>
              <a:t>93.25% </a:t>
            </a:r>
            <a:r>
              <a:rPr lang="en-US" sz="2500">
                <a:latin typeface="EB Garamond"/>
                <a:ea typeface="EB Garamond"/>
                <a:cs typeface="EB Garamond"/>
                <a:sym typeface="EB Garamond"/>
              </a:rPr>
              <a:t>accuracy, higher than full QAT.</a:t>
            </a:r>
            <a:endParaRPr sz="2500">
              <a:latin typeface="EB Garamond"/>
              <a:ea typeface="EB Garamond"/>
              <a:cs typeface="EB Garamond"/>
              <a:sym typeface="EB Garamond"/>
            </a:endParaRPr>
          </a:p>
          <a:p>
            <a:pPr indent="0" lvl="0" marL="0" rtl="0" algn="l">
              <a:spcBef>
                <a:spcPts val="360"/>
              </a:spcBef>
              <a:spcAft>
                <a:spcPts val="0"/>
              </a:spcAft>
              <a:buNone/>
            </a:pPr>
            <a:r>
              <a:t/>
            </a:r>
            <a:endParaRPr sz="2500">
              <a:latin typeface="EB Garamond"/>
              <a:ea typeface="EB Garamond"/>
              <a:cs typeface="EB Garamond"/>
              <a:sym typeface="EB Garamond"/>
            </a:endParaRPr>
          </a:p>
          <a:p>
            <a:pPr indent="-387350" lvl="0" marL="457200" rtl="0" algn="l">
              <a:spcBef>
                <a:spcPts val="360"/>
              </a:spcBef>
              <a:spcAft>
                <a:spcPts val="0"/>
              </a:spcAft>
              <a:buSzPts val="2500"/>
              <a:buFont typeface="EB Garamond"/>
              <a:buChar char="•"/>
            </a:pPr>
            <a:r>
              <a:rPr lang="en-US" sz="2500">
                <a:latin typeface="EB Garamond"/>
                <a:ea typeface="EB Garamond"/>
                <a:cs typeface="EB Garamond"/>
                <a:sym typeface="EB Garamond"/>
              </a:rPr>
              <a:t>Full model retraining is not required to obtain high INT8 accuracy; targeted QAT at quantization-critical layers is sufficient.</a:t>
            </a:r>
            <a:endParaRPr sz="2500">
              <a:latin typeface="EB Garamond"/>
              <a:ea typeface="EB Garamond"/>
              <a:cs typeface="EB Garamond"/>
              <a:sym typeface="EB 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a5212e2d3_0_85"/>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Future Goals and Implementations</a:t>
            </a:r>
            <a:endParaRPr/>
          </a:p>
        </p:txBody>
      </p:sp>
      <p:sp>
        <p:nvSpPr>
          <p:cNvPr id="329" name="Google Shape;329;g3aa5212e2d3_0_85"/>
          <p:cNvSpPr txBox="1"/>
          <p:nvPr>
            <p:ph idx="1" type="body"/>
          </p:nvPr>
        </p:nvSpPr>
        <p:spPr>
          <a:xfrm>
            <a:off x="573952" y="1203159"/>
            <a:ext cx="10972800" cy="4921200"/>
          </a:xfrm>
          <a:prstGeom prst="rect">
            <a:avLst/>
          </a:prstGeom>
        </p:spPr>
        <p:txBody>
          <a:bodyPr anchorCtr="0" anchor="t" bIns="45700" lIns="91425" spcFirstLastPara="1" rIns="91425" wrap="square" tIns="45700">
            <a:normAutofit/>
          </a:bodyPr>
          <a:lstStyle/>
          <a:p>
            <a:pPr indent="-374650" lvl="0" marL="457200" rtl="0" algn="l">
              <a:spcBef>
                <a:spcPts val="360"/>
              </a:spcBef>
              <a:spcAft>
                <a:spcPts val="0"/>
              </a:spcAft>
              <a:buSzPts val="2300"/>
              <a:buFont typeface="EB Garamond"/>
              <a:buChar char="•"/>
            </a:pPr>
            <a:r>
              <a:rPr lang="en-US" sz="2300">
                <a:latin typeface="EB Garamond"/>
                <a:ea typeface="EB Garamond"/>
                <a:cs typeface="EB Garamond"/>
                <a:sym typeface="EB Garamond"/>
              </a:rPr>
              <a:t>Extend layer-selective analysis to</a:t>
            </a:r>
            <a:r>
              <a:rPr lang="en-US" sz="2300">
                <a:latin typeface="EB Garamond"/>
                <a:ea typeface="EB Garamond"/>
                <a:cs typeface="EB Garamond"/>
                <a:sym typeface="EB Garamond"/>
              </a:rPr>
              <a:t> MobileNetV3 or EfficientNet-Lite to evaluate whether depthwise and 1x1 bottlenecks remain quantization-critical in modern mobile networks.</a:t>
            </a:r>
            <a:endParaRPr sz="2300">
              <a:latin typeface="EB Garamond"/>
              <a:ea typeface="EB Garamond"/>
              <a:cs typeface="EB Garamond"/>
              <a:sym typeface="EB Garamond"/>
            </a:endParaRPr>
          </a:p>
          <a:p>
            <a:pPr indent="0" lvl="0" marL="0" rtl="0" algn="l">
              <a:spcBef>
                <a:spcPts val="360"/>
              </a:spcBef>
              <a:spcAft>
                <a:spcPts val="0"/>
              </a:spcAft>
              <a:buNone/>
            </a:pPr>
            <a:r>
              <a:t/>
            </a:r>
            <a:endParaRPr sz="2300">
              <a:latin typeface="EB Garamond"/>
              <a:ea typeface="EB Garamond"/>
              <a:cs typeface="EB Garamond"/>
              <a:sym typeface="EB Garamond"/>
            </a:endParaRPr>
          </a:p>
          <a:p>
            <a:pPr indent="-374650" lvl="0" marL="457200" rtl="0" algn="l">
              <a:spcBef>
                <a:spcPts val="360"/>
              </a:spcBef>
              <a:spcAft>
                <a:spcPts val="0"/>
              </a:spcAft>
              <a:buSzPts val="2300"/>
              <a:buFont typeface="EB Garamond"/>
              <a:buChar char="•"/>
            </a:pPr>
            <a:r>
              <a:rPr lang="en-US" sz="2300">
                <a:latin typeface="EB Garamond"/>
                <a:ea typeface="EB Garamond"/>
                <a:cs typeface="EB Garamond"/>
                <a:sym typeface="EB Garamond"/>
              </a:rPr>
              <a:t>Develop automated layer selection methods driven by activation drift metrics, enabling data-driven determination of quantization-critical blocks rather than manual specification.</a:t>
            </a:r>
            <a:endParaRPr sz="2300">
              <a:latin typeface="EB Garamond"/>
              <a:ea typeface="EB Garamond"/>
              <a:cs typeface="EB Garamond"/>
              <a:sym typeface="EB Garamond"/>
            </a:endParaRPr>
          </a:p>
          <a:p>
            <a:pPr indent="0" lvl="0" marL="0" rtl="0" algn="l">
              <a:spcBef>
                <a:spcPts val="360"/>
              </a:spcBef>
              <a:spcAft>
                <a:spcPts val="0"/>
              </a:spcAft>
              <a:buNone/>
            </a:pPr>
            <a:r>
              <a:t/>
            </a:r>
            <a:endParaRPr sz="2300">
              <a:latin typeface="EB Garamond"/>
              <a:ea typeface="EB Garamond"/>
              <a:cs typeface="EB Garamond"/>
              <a:sym typeface="EB Garamond"/>
            </a:endParaRPr>
          </a:p>
          <a:p>
            <a:pPr indent="-374650" lvl="0" marL="457200" rtl="0" algn="l">
              <a:spcBef>
                <a:spcPts val="360"/>
              </a:spcBef>
              <a:spcAft>
                <a:spcPts val="0"/>
              </a:spcAft>
              <a:buSzPts val="2300"/>
              <a:buFont typeface="EB Garamond"/>
              <a:buChar char="•"/>
            </a:pPr>
            <a:r>
              <a:rPr lang="en-US" sz="2300">
                <a:latin typeface="EB Garamond"/>
                <a:ea typeface="EB Garamond"/>
                <a:cs typeface="EB Garamond"/>
                <a:sym typeface="EB Garamond"/>
              </a:rPr>
              <a:t>Explore low-bit INT4/mixed-precision selective QAT to test whether structural sensitivity persists when pushing beyond 8-bit constraints.</a:t>
            </a:r>
            <a:endParaRPr sz="2300">
              <a:latin typeface="EB Garamond"/>
              <a:ea typeface="EB Garamond"/>
              <a:cs typeface="EB Garamond"/>
              <a:sym typeface="EB Garamo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aa2e40175f_0_16"/>
          <p:cNvSpPr txBox="1"/>
          <p:nvPr>
            <p:ph type="title"/>
          </p:nvPr>
        </p:nvSpPr>
        <p:spPr>
          <a:xfrm>
            <a:off x="413536" y="20647"/>
            <a:ext cx="10972800" cy="92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References</a:t>
            </a:r>
            <a:endParaRPr/>
          </a:p>
        </p:txBody>
      </p:sp>
      <p:sp>
        <p:nvSpPr>
          <p:cNvPr id="335" name="Google Shape;335;g3aa2e40175f_0_16"/>
          <p:cNvSpPr txBox="1"/>
          <p:nvPr>
            <p:ph idx="1" type="body"/>
          </p:nvPr>
        </p:nvSpPr>
        <p:spPr>
          <a:xfrm>
            <a:off x="573952" y="1203159"/>
            <a:ext cx="10972800" cy="4921200"/>
          </a:xfrm>
          <a:prstGeom prst="rect">
            <a:avLst/>
          </a:prstGeom>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523"/>
              <a:buNone/>
            </a:pPr>
            <a:r>
              <a:rPr lang="en-US" sz="1700">
                <a:solidFill>
                  <a:srgbClr val="000000"/>
                </a:solidFill>
                <a:latin typeface="EB Garamond"/>
                <a:ea typeface="EB Garamond"/>
                <a:cs typeface="EB Garamond"/>
                <a:sym typeface="EB Garamond"/>
              </a:rPr>
              <a:t>Aparna, Mudiyala &amp; Rao, Battula. (2023). A novel automated deep learning approach for Alzheimer's disease classification. IAES International Journal of Artificial Intelligence (IJ-AI). 12. 451. 10.11591/ijai.v12.i1.pp451-458.</a:t>
            </a:r>
            <a:endParaRPr sz="1700">
              <a:solidFill>
                <a:srgbClr val="000000"/>
              </a:solidFill>
              <a:latin typeface="EB Garamond"/>
              <a:ea typeface="EB Garamond"/>
              <a:cs typeface="EB Garamond"/>
              <a:sym typeface="EB Garamond"/>
            </a:endParaRPr>
          </a:p>
          <a:p>
            <a:pPr indent="-457200" lvl="0" marL="457200" rtl="0" algn="l">
              <a:lnSpc>
                <a:spcPct val="115000"/>
              </a:lnSpc>
              <a:spcBef>
                <a:spcPts val="0"/>
              </a:spcBef>
              <a:spcAft>
                <a:spcPts val="0"/>
              </a:spcAft>
              <a:buSzPts val="523"/>
              <a:buNone/>
            </a:pPr>
            <a:r>
              <a:t/>
            </a:r>
            <a:endParaRPr sz="1700">
              <a:solidFill>
                <a:srgbClr val="000000"/>
              </a:solidFill>
              <a:latin typeface="EB Garamond"/>
              <a:ea typeface="EB Garamond"/>
              <a:cs typeface="EB Garamond"/>
              <a:sym typeface="EB Garamond"/>
            </a:endParaRPr>
          </a:p>
          <a:p>
            <a:pPr indent="-457200" lvl="0" marL="0" rtl="0" algn="l">
              <a:lnSpc>
                <a:spcPct val="115000"/>
              </a:lnSpc>
              <a:spcBef>
                <a:spcPts val="0"/>
              </a:spcBef>
              <a:spcAft>
                <a:spcPts val="0"/>
              </a:spcAft>
              <a:buSzPts val="523"/>
              <a:buNone/>
            </a:pPr>
            <a:r>
              <a:rPr lang="en-US" sz="1700">
                <a:solidFill>
                  <a:srgbClr val="000000"/>
                </a:solidFill>
                <a:latin typeface="EB Garamond"/>
                <a:ea typeface="EB Garamond"/>
                <a:cs typeface="EB Garamond"/>
                <a:sym typeface="EB Garamond"/>
              </a:rPr>
              <a:t>	Lobo Torres, Daliana &amp; Noa Turnes, Javier &amp; Soto Vega, Pedro J. &amp; Feitosa, Raul &amp; e Silva, Daniel &amp; Junior, José &amp; Almeida, Cláudio. (2021). Deforestation Detection with Fully Convolutional Networks in the Amazon Forest from Landsat-8 and Sentinel-2 Images. Remote Sensing. 13. 5084. 10.3390/rs13245084. </a:t>
            </a:r>
            <a:endParaRPr sz="1700">
              <a:solidFill>
                <a:srgbClr val="000000"/>
              </a:solidFill>
              <a:latin typeface="EB Garamond"/>
              <a:ea typeface="EB Garamond"/>
              <a:cs typeface="EB Garamond"/>
              <a:sym typeface="EB Garamond"/>
            </a:endParaRPr>
          </a:p>
          <a:p>
            <a:pPr indent="-457200" lvl="0" marL="457200" rtl="0" algn="l">
              <a:lnSpc>
                <a:spcPct val="115000"/>
              </a:lnSpc>
              <a:spcBef>
                <a:spcPts val="0"/>
              </a:spcBef>
              <a:spcAft>
                <a:spcPts val="0"/>
              </a:spcAft>
              <a:buSzPts val="523"/>
              <a:buNone/>
            </a:pPr>
            <a:r>
              <a:t/>
            </a:r>
            <a:endParaRPr sz="1700">
              <a:solidFill>
                <a:srgbClr val="000000"/>
              </a:solidFill>
              <a:latin typeface="EB Garamond"/>
              <a:ea typeface="EB Garamond"/>
              <a:cs typeface="EB Garamond"/>
              <a:sym typeface="EB Garamond"/>
            </a:endParaRPr>
          </a:p>
          <a:p>
            <a:pPr indent="0" lvl="0" marL="0" rtl="0" algn="l">
              <a:lnSpc>
                <a:spcPct val="115000"/>
              </a:lnSpc>
              <a:spcBef>
                <a:spcPts val="0"/>
              </a:spcBef>
              <a:spcAft>
                <a:spcPts val="0"/>
              </a:spcAft>
              <a:buSzPts val="523"/>
              <a:buNone/>
            </a:pPr>
            <a:r>
              <a:t/>
            </a:r>
            <a:endParaRPr sz="1700">
              <a:solidFill>
                <a:srgbClr val="000000"/>
              </a:solidFill>
              <a:latin typeface="EB Garamond"/>
              <a:ea typeface="EB Garamond"/>
              <a:cs typeface="EB Garamond"/>
              <a:sym typeface="EB Garamond"/>
            </a:endParaRPr>
          </a:p>
          <a:p>
            <a:pPr indent="0" lvl="0" marL="0" rtl="0" algn="l">
              <a:spcBef>
                <a:spcPts val="360"/>
              </a:spcBef>
              <a:spcAft>
                <a:spcPts val="0"/>
              </a:spcAft>
              <a:buSzPts val="523"/>
              <a:buNone/>
            </a:pPr>
            <a:r>
              <a:t/>
            </a:r>
            <a:endParaRPr sz="1700">
              <a:solidFill>
                <a:srgbClr val="000000"/>
              </a:solidFill>
              <a:latin typeface="EB Garamond"/>
              <a:ea typeface="EB Garamond"/>
              <a:cs typeface="EB Garamond"/>
              <a:sym typeface="EB Garamond"/>
            </a:endParaRPr>
          </a:p>
          <a:p>
            <a:pPr indent="0" lvl="0" marL="0" rtl="0" algn="l">
              <a:spcBef>
                <a:spcPts val="360"/>
              </a:spcBef>
              <a:spcAft>
                <a:spcPts val="0"/>
              </a:spcAft>
              <a:buSzPts val="523"/>
              <a:buNone/>
            </a:pPr>
            <a:r>
              <a:t/>
            </a:r>
            <a:endParaRPr sz="1700">
              <a:solidFill>
                <a:srgbClr val="000000"/>
              </a:solidFill>
              <a:latin typeface="EB Garamond"/>
              <a:ea typeface="EB Garamond"/>
              <a:cs typeface="EB Garamond"/>
              <a:sym typeface="EB Garamond"/>
            </a:endParaRPr>
          </a:p>
          <a:p>
            <a:pPr indent="0" lvl="0" marL="0" rtl="0" algn="l">
              <a:spcBef>
                <a:spcPts val="360"/>
              </a:spcBef>
              <a:spcAft>
                <a:spcPts val="0"/>
              </a:spcAft>
              <a:buSzPts val="523"/>
              <a:buNone/>
            </a:pPr>
            <a:r>
              <a:t/>
            </a:r>
            <a:endParaRPr sz="1700">
              <a:solidFill>
                <a:srgbClr val="000000"/>
              </a:solidFill>
              <a:latin typeface="EB Garamond"/>
              <a:ea typeface="EB Garamond"/>
              <a:cs typeface="EB Garamond"/>
              <a:sym typeface="EB Garamond"/>
            </a:endParaRPr>
          </a:p>
          <a:p>
            <a:pPr indent="0" lvl="0" marL="0" rtl="0" algn="l">
              <a:spcBef>
                <a:spcPts val="360"/>
              </a:spcBef>
              <a:spcAft>
                <a:spcPts val="0"/>
              </a:spcAft>
              <a:buSzPts val="523"/>
              <a:buNone/>
            </a:pPr>
            <a:r>
              <a:t/>
            </a:r>
            <a:endParaRPr sz="1700">
              <a:solidFill>
                <a:srgbClr val="000000"/>
              </a:solidFill>
              <a:latin typeface="EB Garamond"/>
              <a:ea typeface="EB Garamond"/>
              <a:cs typeface="EB Garamond"/>
              <a:sym typeface="EB Garamo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_presentation_template">
  <a:themeElements>
    <a:clrScheme name="Custom 23">
      <a:dk1>
        <a:srgbClr val="00144D"/>
      </a:dk1>
      <a:lt1>
        <a:srgbClr val="FFFFFF"/>
      </a:lt1>
      <a:dk2>
        <a:srgbClr val="57000A"/>
      </a:dk2>
      <a:lt2>
        <a:srgbClr val="82AFD3"/>
      </a:lt2>
      <a:accent1>
        <a:srgbClr val="95001A"/>
      </a:accent1>
      <a:accent2>
        <a:srgbClr val="C0504D"/>
      </a:accent2>
      <a:accent3>
        <a:srgbClr val="045EA7"/>
      </a:accent3>
      <a:accent4>
        <a:srgbClr val="F2C100"/>
      </a:accent4>
      <a:accent5>
        <a:srgbClr val="00144D"/>
      </a:accent5>
      <a:accent6>
        <a:srgbClr val="44464B"/>
      </a:accent6>
      <a:hlink>
        <a:srgbClr val="00144D"/>
      </a:hlink>
      <a:folHlink>
        <a:srgbClr val="82AF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2025-10-26T20:35:44Z</dcterms:created>
  <dc:creator>Na, YoungSeok</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0x010100229F800B7619524EB35C37865F7FE5BF</vt:lpwstr>
  </property>
  <property fmtid="{D5CDD505-2E9C-101B-9397-08002B2CF9AE}" pid="3" name="MediaServiceImageTags">
    <vt:lpwstr/>
  </property>
</Properties>
</file>